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9" r:id="rId3"/>
    <p:sldId id="260" r:id="rId4"/>
    <p:sldId id="261" r:id="rId5"/>
    <p:sldId id="262" r:id="rId6"/>
    <p:sldId id="263" r:id="rId7"/>
    <p:sldId id="258" r:id="rId8"/>
  </p:sldIdLst>
  <p:sldSz cx="12192000" cy="6858000"/>
  <p:notesSz cx="6858000" cy="9144000"/>
  <p:defaultTextStyle>
    <a:defPPr>
      <a:defRPr lang="fr-T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97"/>
  </p:normalViewPr>
  <p:slideViewPr>
    <p:cSldViewPr snapToGrid="0">
      <p:cViewPr varScale="1">
        <p:scale>
          <a:sx n="108" d="100"/>
          <a:sy n="108" d="100"/>
        </p:scale>
        <p:origin x="7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04DB411A-6E9A-16C5-5E83-29261DC404DB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6925295-4F48-65F8-B726-E733D6403EBE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fld id="{4C64DBCC-26C4-7F4F-A3EE-E261D8FE87C1}" type="datetime1">
              <a:rPr lang="fr-FR"/>
              <a:pPr lvl="0"/>
              <a:t>12/07/2024</a:t>
            </a:fld>
            <a:endParaRPr lang="fr-FR"/>
          </a:p>
        </p:txBody>
      </p:sp>
      <p:sp>
        <p:nvSpPr>
          <p:cNvPr id="4" name="Espace réservé de l'image des diapositives 3">
            <a:extLst>
              <a:ext uri="{FF2B5EF4-FFF2-40B4-BE49-F238E27FC236}">
                <a16:creationId xmlns:a16="http://schemas.microsoft.com/office/drawing/2014/main" id="{A466D0BA-E473-7D0E-460E-3CD8E50150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Espace réservé des notes 4">
            <a:extLst>
              <a:ext uri="{FF2B5EF4-FFF2-40B4-BE49-F238E27FC236}">
                <a16:creationId xmlns:a16="http://schemas.microsoft.com/office/drawing/2014/main" id="{58A15003-601C-2E2F-97A0-391CB8634F8F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80364D8-E99D-322E-2536-AD80C8227845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8522AE9-78DD-800D-7E5A-FD39480BC66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fld id="{9691F392-6D53-7F41-A09B-4C05F39A9668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0357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Aptos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Aptos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Aptos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Aptos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Apto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8063072-47C5-22E2-7089-E4337BE6E8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E081DFC-F741-E7E8-4D6E-D5F3B8F1D02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r-TN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1E4EC5C-E8A9-69CB-48C8-41652E1AEDCD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D7EA797-E0F4-DE49-AE1A-9764BE6AEE51}" type="slidenum">
              <a:t>5</a:t>
            </a:fld>
            <a:endParaRPr lang="fr-FR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92F7C0-034B-F947-2F7B-428CAFAD5B0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DB6C343-1BED-1E72-1ECA-B01BA25209F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90E986A-E94A-EB1F-B303-20A3A4635E5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E9C6A2F-90E8-F74C-A5ED-4AF66B69BF4C}" type="datetime1">
              <a:rPr lang="fr-FR"/>
              <a:pPr lvl="0"/>
              <a:t>12/07/2024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2049DF7-B42B-E653-09CD-580C834C7E5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2B48941-7915-E707-0AAE-DB8DCCA951D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9B43A2E-C6A6-D049-88BC-2ED9379BD53E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117506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68E46E-67E0-5712-EDBB-722879DD316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2305371-F750-16AD-195A-A8680BE736A1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A495299-1258-9D23-DFB9-DAB1F021D6D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674C99F-3950-814C-9F4D-CD4E864FFAAB}" type="datetime1">
              <a:rPr lang="fr-FR"/>
              <a:pPr lvl="0"/>
              <a:t>12/07/2024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176E598-F1C7-3E9F-CA4D-882D27D0623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BC11F82-E30D-0A3A-0783-1EFFA9FBBCF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A6E252D-140F-9948-80F8-60FB29A6A4D3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816961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42CEC2-3EBE-740F-FE2F-5D8D45BB2F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F429978-B6FF-E0AA-4C90-1F8D116F1A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767676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FF92CAC-FFBB-3193-85A6-A97BD7CEF6E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8A2D074-9379-F844-8208-E93C9CA01664}" type="datetime1">
              <a:rPr lang="fr-FR"/>
              <a:pPr lvl="0"/>
              <a:t>12/07/2024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43E8BD-4975-84C2-7579-D0810ECBE91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94A0F8A-8640-69BC-C148-2B6C203435F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B330C8D-85AC-144F-8C33-A057272B0383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4374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6EF051-4851-6ACF-9FDA-B1CDEAB3CAF8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6AFC1F-2529-1EDB-9D82-215D9B1F846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28CAA37-AFD1-D237-E52F-A2EB89246762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43E776F-6E01-A626-8533-EB3A364A493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9AFCDBC-57DA-074A-A330-843F77FCF791}" type="datetime1">
              <a:rPr lang="fr-FR"/>
              <a:pPr lvl="0"/>
              <a:t>12/07/2024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B39A94A-2B71-BEC0-FC81-90D517C5F4A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F6B945B-1F07-B896-BCEB-3081C505270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600B027-E203-EE47-ACA1-4A587CD00B4A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5568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99F7FD-69AB-0BE2-E9B9-048811FEA8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5D4808D-8D88-0410-EE42-E542465605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596D9F6-F229-27A0-FC6D-363A132C2366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DF9DAF1-265C-E553-8A45-1AA30E67273A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E40F7D-2FC4-1B0A-4305-D098423F3CBA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14DB42E-8E76-2D87-4D37-64B26FE9104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6312A9E-382B-6B46-8E03-525159414A7F}" type="datetime1">
              <a:rPr lang="fr-FR"/>
              <a:pPr lvl="0"/>
              <a:t>12/07/2024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450AF88-01F0-C3B5-8042-7AF8180ADA3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29E0A99-9CD2-35C9-35DF-D581AC52652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F23646E-F71D-3F46-BD21-E3EED926ABA6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0974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619266-7550-7B12-936F-6B056388EAB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BAC8132-B6FA-3DA8-C127-68563E04DBD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568FC80-FFD7-2248-9737-6C7FDD52AC46}" type="datetime1">
              <a:rPr lang="fr-FR"/>
              <a:pPr lvl="0"/>
              <a:t>12/07/2024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E254940-5E61-EB76-1115-CD7652151A9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68D2EB2-C01F-C9AB-5FA6-BF7003BD5A9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FC0A480-AF6A-E14B-B749-F2630BB45B29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3440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C29AF16-F7B2-5844-7674-C13BEFD513D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B1B97B6-DA26-734F-B1CD-DC1B679D910F}" type="datetime1">
              <a:rPr lang="fr-FR"/>
              <a:pPr lvl="0"/>
              <a:t>12/07/2024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B63235D-076C-9849-323C-70D1C5884BC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DDD446C-D629-7DAD-307E-EE3672CE5F2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F2261DF-10DB-8240-8163-B8716C9CADD5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0693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0FE40E-CEA0-D37D-50B6-7A5C8A5F67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62B38F-BB3F-072C-8A78-CECD634FB82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4671ECB-6028-CF9B-2988-5D6AEA25E478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DC5DC48-08DC-9304-A079-41986729303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FE2AB3F-CFBA-AD4B-9751-4579FF68EFA4}" type="datetime1">
              <a:rPr lang="fr-FR"/>
              <a:pPr lvl="0"/>
              <a:t>12/07/2024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E627A10-9483-7CEB-64A3-25F30BD17E8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BD6B03C-E293-372C-5042-19B791748A5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8E02983-923E-6C40-B869-EAF1714C3F26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0673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BA71F7-B7F2-BD6D-6D40-93D9541EB1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585EAB3-BCF0-00E8-D855-8B6E994CB7C8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3629A40-2E9B-AE4B-CEE3-5405F3B5519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B948B4-3E29-0198-A7C6-697B6B4B832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F5040B1-F50D-CA45-B578-2F7DE4D9B371}" type="datetime1">
              <a:rPr lang="fr-FR"/>
              <a:pPr lvl="0"/>
              <a:t>12/07/2024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53C8067-E507-389A-E280-E1FA0648D1F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E493689-8497-E9EF-F7F9-B9DACE560AE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965F8B8-2CCD-924B-9C9F-B62E7665F3CB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6551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556367-58AF-CE1D-F461-CEFAFA5FC35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D67182D-A354-7996-80C5-DE3ED4DB2671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D0BCFDF-CA95-573C-BF93-1E446DCA62D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DC9D734-6855-0945-963A-BD4D021A7EC7}" type="datetime1">
              <a:rPr lang="fr-FR"/>
              <a:pPr lvl="0"/>
              <a:t>12/07/2024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40A983A-7E0D-299E-7C0F-83703E7A534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7F786AE-5E1C-87CE-98DC-EC5DB1B3C03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3DE14A3-70FB-CA4F-BDD8-8E1318909EC1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7247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42D3C4D-6D4E-FE50-BCBB-874DD3B8015D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D29D524-4CC5-4062-49FC-245B1C2CE64C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7374842-287A-AD48-7FB7-9B6BBD0194F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2CB7876-9380-3445-9EF2-17B96BB79CE9}" type="datetime1">
              <a:rPr lang="fr-FR"/>
              <a:pPr lvl="0"/>
              <a:t>12/07/2024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B1F3535-9782-A98E-A612-10E25CFFB93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BD300F8-3651-A460-FBC8-144A854B490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7C312B0-1A9B-234A-81A9-B7A4C0D698CD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672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06ED3E1-8247-207F-C407-9A17D9551A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D928C93-5B25-DF1C-9A75-354616DDD3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FC9D8A0-7D58-70F3-9FB6-B8CE5EE2F502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B363E54C-6596-D542-96E2-1745C547810E}" type="datetime1">
              <a:rPr lang="fr-FR"/>
              <a:pPr lvl="0"/>
              <a:t>12/07/2024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91D1975-937F-FBDB-363D-4278362E064A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A20BD78-CA27-8165-6000-8E7E347D027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BA778080-43B4-B544-922A-234C90AE4093}" type="slidenum"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fr-FR" sz="4400" b="0" i="0" u="none" strike="noStrike" kern="1200" cap="none" spc="0" baseline="0">
          <a:solidFill>
            <a:srgbClr val="000000"/>
          </a:solidFill>
          <a:uFillTx/>
          <a:latin typeface="Aptos Display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fr-FR" sz="2800" b="0" i="0" u="none" strike="noStrike" kern="1200" cap="none" spc="0" baseline="0">
          <a:solidFill>
            <a:srgbClr val="000000"/>
          </a:solidFill>
          <a:uFillTx/>
          <a:latin typeface="Aptos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fr-FR" sz="2400" b="0" i="0" u="none" strike="noStrike" kern="1200" cap="none" spc="0" baseline="0">
          <a:solidFill>
            <a:srgbClr val="000000"/>
          </a:solidFill>
          <a:uFillTx/>
          <a:latin typeface="Aptos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fr-FR" sz="2000" b="0" i="0" u="none" strike="noStrike" kern="1200" cap="none" spc="0" baseline="0">
          <a:solidFill>
            <a:srgbClr val="000000"/>
          </a:solidFill>
          <a:uFillTx/>
          <a:latin typeface="Aptos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fr-FR" sz="1800" b="0" i="0" u="none" strike="noStrike" kern="1200" cap="none" spc="0" baseline="0">
          <a:solidFill>
            <a:srgbClr val="000000"/>
          </a:solidFill>
          <a:uFillTx/>
          <a:latin typeface="Aptos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fr-FR" sz="1800" b="0" i="0" u="none" strike="noStrike" kern="1200" cap="none" spc="0" baseline="0">
          <a:solidFill>
            <a:srgbClr val="000000"/>
          </a:solidFill>
          <a:uFillTx/>
          <a:latin typeface="Apto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T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D23E2D16-95DC-7CDF-7716-FAF223C035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66" b="1591"/>
          <a:stretch>
            <a:fillRect/>
          </a:stretch>
        </p:blipFill>
        <p:spPr>
          <a:xfrm>
            <a:off x="18" y="4259"/>
            <a:ext cx="12191978" cy="688736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Rectangle 19">
            <a:extLst>
              <a:ext uri="{FF2B5EF4-FFF2-40B4-BE49-F238E27FC236}">
                <a16:creationId xmlns:a16="http://schemas.microsoft.com/office/drawing/2014/main" id="{E103E9EF-C3DA-07B3-E3B8-0EB5B25C2F7C}"/>
              </a:ext>
            </a:extLst>
          </p:cNvPr>
          <p:cNvSpPr>
            <a:spLocks noMove="1" noResize="1"/>
          </p:cNvSpPr>
          <p:nvPr/>
        </p:nvSpPr>
        <p:spPr>
          <a:xfrm>
            <a:off x="0" y="-7616"/>
            <a:ext cx="5566592" cy="6887361"/>
          </a:xfrm>
          <a:prstGeom prst="rect">
            <a:avLst/>
          </a:prstGeom>
          <a:gradFill>
            <a:gsLst>
              <a:gs pos="0">
                <a:srgbClr val="000000">
                  <a:alpha val="62000"/>
                </a:srgbClr>
              </a:gs>
              <a:gs pos="100000">
                <a:srgbClr val="000000">
                  <a:alpha val="0"/>
                </a:srgbClr>
              </a:gs>
            </a:gsLst>
            <a:lin ang="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" name="Rectangle 21">
            <a:extLst>
              <a:ext uri="{FF2B5EF4-FFF2-40B4-BE49-F238E27FC236}">
                <a16:creationId xmlns:a16="http://schemas.microsoft.com/office/drawing/2014/main" id="{5A2D5E0E-83C9-C338-6D86-E4D468B1D3BE}"/>
              </a:ext>
            </a:extLst>
          </p:cNvPr>
          <p:cNvSpPr>
            <a:spLocks noMove="1" noResize="1"/>
          </p:cNvSpPr>
          <p:nvPr/>
        </p:nvSpPr>
        <p:spPr>
          <a:xfrm rot="16200004">
            <a:off x="-863445" y="855819"/>
            <a:ext cx="6887361" cy="5160471"/>
          </a:xfrm>
          <a:prstGeom prst="rect">
            <a:avLst/>
          </a:prstGeom>
          <a:gradFill>
            <a:gsLst>
              <a:gs pos="0">
                <a:srgbClr val="78206E">
                  <a:alpha val="91000"/>
                </a:srgbClr>
              </a:gs>
              <a:gs pos="100000">
                <a:srgbClr val="A02B93">
                  <a:alpha val="0"/>
                </a:srgbClr>
              </a:gs>
            </a:gsLst>
            <a:lin ang="51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Rectangle 23">
            <a:extLst>
              <a:ext uri="{FF2B5EF4-FFF2-40B4-BE49-F238E27FC236}">
                <a16:creationId xmlns:a16="http://schemas.microsoft.com/office/drawing/2014/main" id="{5EAFCAE7-AF95-B127-0484-59F00923DEE4}"/>
              </a:ext>
            </a:extLst>
          </p:cNvPr>
          <p:cNvSpPr>
            <a:spLocks noMove="1" noResize="1"/>
          </p:cNvSpPr>
          <p:nvPr/>
        </p:nvSpPr>
        <p:spPr>
          <a:xfrm>
            <a:off x="0" y="-7644"/>
            <a:ext cx="2079510" cy="6865644"/>
          </a:xfrm>
          <a:prstGeom prst="rect">
            <a:avLst/>
          </a:prstGeom>
          <a:gradFill>
            <a:gsLst>
              <a:gs pos="0">
                <a:srgbClr val="A02B93"/>
              </a:gs>
              <a:gs pos="100000">
                <a:srgbClr val="A02B93">
                  <a:alpha val="0"/>
                </a:srgbClr>
              </a:gs>
            </a:gsLst>
            <a:lin ang="210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Rectangle 25">
            <a:extLst>
              <a:ext uri="{FF2B5EF4-FFF2-40B4-BE49-F238E27FC236}">
                <a16:creationId xmlns:a16="http://schemas.microsoft.com/office/drawing/2014/main" id="{DA0F8F97-8071-E781-C1B3-C36CBD345F8D}"/>
              </a:ext>
            </a:extLst>
          </p:cNvPr>
          <p:cNvSpPr>
            <a:spLocks noMove="1" noResize="1"/>
          </p:cNvSpPr>
          <p:nvPr/>
        </p:nvSpPr>
        <p:spPr>
          <a:xfrm rot="10799991">
            <a:off x="7706782" y="3068762"/>
            <a:ext cx="4504654" cy="3789237"/>
          </a:xfrm>
          <a:prstGeom prst="rect">
            <a:avLst/>
          </a:prstGeom>
          <a:gradFill>
            <a:gsLst>
              <a:gs pos="0">
                <a:srgbClr val="A02B93"/>
              </a:gs>
              <a:gs pos="100000">
                <a:srgbClr val="A02B93">
                  <a:alpha val="0"/>
                </a:srgbClr>
              </a:gs>
            </a:gsLst>
            <a:path path="circle">
              <a:fillToRect r="100000" b="100000"/>
            </a:path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Rectangle 27">
            <a:extLst>
              <a:ext uri="{FF2B5EF4-FFF2-40B4-BE49-F238E27FC236}">
                <a16:creationId xmlns:a16="http://schemas.microsoft.com/office/drawing/2014/main" id="{DFEFB70E-DB5E-B7D5-3FF9-6377F2F9B27F}"/>
              </a:ext>
            </a:extLst>
          </p:cNvPr>
          <p:cNvSpPr>
            <a:spLocks noMove="1" noResize="1"/>
          </p:cNvSpPr>
          <p:nvPr/>
        </p:nvSpPr>
        <p:spPr>
          <a:xfrm rot="10799991">
            <a:off x="8774554" y="-6483"/>
            <a:ext cx="3427162" cy="6879744"/>
          </a:xfrm>
          <a:prstGeom prst="rect">
            <a:avLst/>
          </a:prstGeom>
          <a:gradFill>
            <a:gsLst>
              <a:gs pos="0">
                <a:srgbClr val="E97132"/>
              </a:gs>
              <a:gs pos="100000">
                <a:srgbClr val="D86ECC">
                  <a:alpha val="0"/>
                </a:srgbClr>
              </a:gs>
            </a:gsLst>
            <a:lin ang="12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8" name="Rectangle 29">
            <a:extLst>
              <a:ext uri="{FF2B5EF4-FFF2-40B4-BE49-F238E27FC236}">
                <a16:creationId xmlns:a16="http://schemas.microsoft.com/office/drawing/2014/main" id="{9AFC190B-771E-005C-94EB-97B1EBE55A05}"/>
              </a:ext>
            </a:extLst>
          </p:cNvPr>
          <p:cNvSpPr>
            <a:spLocks noMove="1" noResize="1"/>
          </p:cNvSpPr>
          <p:nvPr/>
        </p:nvSpPr>
        <p:spPr>
          <a:xfrm rot="5400013">
            <a:off x="4264706" y="-1061857"/>
            <a:ext cx="3682023" cy="12211437"/>
          </a:xfrm>
          <a:prstGeom prst="rect">
            <a:avLst/>
          </a:prstGeom>
          <a:gradFill>
            <a:gsLst>
              <a:gs pos="0">
                <a:srgbClr val="A02B93"/>
              </a:gs>
              <a:gs pos="100000">
                <a:srgbClr val="E97132">
                  <a:alpha val="0"/>
                </a:srgbClr>
              </a:gs>
            </a:gsLst>
            <a:lin ang="11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9" name="Rectangle 31">
            <a:extLst>
              <a:ext uri="{FF2B5EF4-FFF2-40B4-BE49-F238E27FC236}">
                <a16:creationId xmlns:a16="http://schemas.microsoft.com/office/drawing/2014/main" id="{C012937F-9D96-DF63-2C7E-D10A0875B413}"/>
              </a:ext>
            </a:extLst>
          </p:cNvPr>
          <p:cNvSpPr>
            <a:spLocks noMove="1" noResize="1"/>
          </p:cNvSpPr>
          <p:nvPr/>
        </p:nvSpPr>
        <p:spPr>
          <a:xfrm rot="10799991">
            <a:off x="-10" y="-7635"/>
            <a:ext cx="4879823" cy="6887370"/>
          </a:xfrm>
          <a:prstGeom prst="rect">
            <a:avLst/>
          </a:prstGeom>
          <a:gradFill>
            <a:gsLst>
              <a:gs pos="0">
                <a:srgbClr val="E97132">
                  <a:alpha val="70000"/>
                </a:srgbClr>
              </a:gs>
              <a:gs pos="100000">
                <a:srgbClr val="D86ECC">
                  <a:alpha val="0"/>
                </a:srgbClr>
              </a:gs>
            </a:gsLst>
            <a:lin ang="96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2980EE42-C9D6-AAEF-4F9C-EC55E7F9BED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59023" y="2155185"/>
            <a:ext cx="6441637" cy="2839276"/>
          </a:xfrm>
        </p:spPr>
        <p:txBody>
          <a:bodyPr anchorCtr="0"/>
          <a:lstStyle/>
          <a:p>
            <a:pPr lvl="0" algn="l"/>
            <a:r>
              <a:rPr lang="fr-FR" sz="4400" b="1" dirty="0">
                <a:solidFill>
                  <a:srgbClr val="171717"/>
                </a:solidFill>
              </a:rPr>
              <a:t>SPAT </a:t>
            </a:r>
            <a:br>
              <a:rPr lang="fr-FR" sz="4400" b="1" dirty="0">
                <a:solidFill>
                  <a:srgbClr val="171717"/>
                </a:solidFill>
              </a:rPr>
            </a:br>
            <a:r>
              <a:rPr lang="fr-FR" sz="4400" b="1" dirty="0">
                <a:solidFill>
                  <a:srgbClr val="171717"/>
                </a:solidFill>
              </a:rPr>
              <a:t>Spatialisation et </a:t>
            </a:r>
            <a:r>
              <a:rPr lang="fr-FR" sz="4400" b="1" dirty="0" err="1">
                <a:solidFill>
                  <a:srgbClr val="171717"/>
                </a:solidFill>
              </a:rPr>
              <a:t>PATrimoine</a:t>
            </a:r>
            <a:r>
              <a:rPr lang="fr-FR" sz="4400" b="1" dirty="0">
                <a:solidFill>
                  <a:srgbClr val="171717"/>
                </a:solidFill>
              </a:rPr>
              <a:t> au Maghreb</a:t>
            </a: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9936BA0F-5321-64BA-5F38-D09E6F05FF84}"/>
              </a:ext>
            </a:extLst>
          </p:cNvPr>
          <p:cNvSpPr/>
          <p:nvPr/>
        </p:nvSpPr>
        <p:spPr>
          <a:xfrm>
            <a:off x="0" y="5885233"/>
            <a:ext cx="12211437" cy="994501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12" name="Image 7">
            <a:extLst>
              <a:ext uri="{FF2B5EF4-FFF2-40B4-BE49-F238E27FC236}">
                <a16:creationId xmlns:a16="http://schemas.microsoft.com/office/drawing/2014/main" id="{B1F8ED71-1C7B-0ADA-92DC-5C84A6AC1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4462" y="6042126"/>
            <a:ext cx="1313663" cy="73565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Image 9">
            <a:extLst>
              <a:ext uri="{FF2B5EF4-FFF2-40B4-BE49-F238E27FC236}">
                <a16:creationId xmlns:a16="http://schemas.microsoft.com/office/drawing/2014/main" id="{2D4B7E6D-762F-778A-DF23-56D800444FF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0755"/>
          <a:stretch>
            <a:fillRect/>
          </a:stretch>
        </p:blipFill>
        <p:spPr>
          <a:xfrm>
            <a:off x="2969523" y="5880094"/>
            <a:ext cx="1747628" cy="97089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" name="Image 11">
            <a:extLst>
              <a:ext uri="{FF2B5EF4-FFF2-40B4-BE49-F238E27FC236}">
                <a16:creationId xmlns:a16="http://schemas.microsoft.com/office/drawing/2014/main" id="{4BF3E2C8-7F31-28C2-A5CA-310FC21B1B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80" y="6073719"/>
            <a:ext cx="1872224" cy="638699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5" name="Image 13">
            <a:extLst>
              <a:ext uri="{FF2B5EF4-FFF2-40B4-BE49-F238E27FC236}">
                <a16:creationId xmlns:a16="http://schemas.microsoft.com/office/drawing/2014/main" id="{A61D313F-B881-1D14-7C11-D28D733859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6562" y="5894597"/>
            <a:ext cx="990286" cy="99028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6" name="Image 22" descr="Une image contenant texte, Police, capture d’écran, Graphique&#10;&#10;Description générée automatiquement">
            <a:extLst>
              <a:ext uri="{FF2B5EF4-FFF2-40B4-BE49-F238E27FC236}">
                <a16:creationId xmlns:a16="http://schemas.microsoft.com/office/drawing/2014/main" id="{F60C0F2F-DCC5-6E5A-FC03-A84FA93DF3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0767" y="6027167"/>
            <a:ext cx="1170185" cy="7655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7" name="Image 24">
            <a:extLst>
              <a:ext uri="{FF2B5EF4-FFF2-40B4-BE49-F238E27FC236}">
                <a16:creationId xmlns:a16="http://schemas.microsoft.com/office/drawing/2014/main" id="{D2DCC1CA-ED1C-C0A4-770D-21BE254A18F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20004" y="5943883"/>
            <a:ext cx="959781" cy="82350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8" name="Image 28">
            <a:extLst>
              <a:ext uri="{FF2B5EF4-FFF2-40B4-BE49-F238E27FC236}">
                <a16:creationId xmlns:a16="http://schemas.microsoft.com/office/drawing/2014/main" id="{7B921FAE-1F1D-9F8A-8311-411AA65EF9C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82576" y="5904408"/>
            <a:ext cx="1070003" cy="90244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9" name="Image 30">
            <a:extLst>
              <a:ext uri="{FF2B5EF4-FFF2-40B4-BE49-F238E27FC236}">
                <a16:creationId xmlns:a16="http://schemas.microsoft.com/office/drawing/2014/main" id="{B4682437-6345-7588-8B6D-7A2E384737E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57378" y="6156335"/>
            <a:ext cx="1719300" cy="55608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0" name="Image 32">
            <a:extLst>
              <a:ext uri="{FF2B5EF4-FFF2-40B4-BE49-F238E27FC236}">
                <a16:creationId xmlns:a16="http://schemas.microsoft.com/office/drawing/2014/main" id="{6CA667EC-5AEC-BD01-ADCD-4FA2F70CC99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42433" y="5943883"/>
            <a:ext cx="1334502" cy="833887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Espace réservé du contenu 3">
            <a:extLst>
              <a:ext uri="{FF2B5EF4-FFF2-40B4-BE49-F238E27FC236}">
                <a16:creationId xmlns:a16="http://schemas.microsoft.com/office/drawing/2014/main" id="{65A8FCA0-E1D6-F5C6-A603-9AD4B5E92B00}"/>
              </a:ext>
            </a:extLst>
          </p:cNvPr>
          <p:cNvGrpSpPr/>
          <p:nvPr/>
        </p:nvGrpSpPr>
        <p:grpSpPr>
          <a:xfrm>
            <a:off x="1101751" y="2157901"/>
            <a:ext cx="9624152" cy="3637402"/>
            <a:chOff x="1101751" y="2157901"/>
            <a:chExt cx="9624152" cy="363740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D6817A6-3B90-17DD-8CCC-1E074C8350DD}"/>
                </a:ext>
              </a:extLst>
            </p:cNvPr>
            <p:cNvSpPr/>
            <p:nvPr/>
          </p:nvSpPr>
          <p:spPr>
            <a:xfrm rot="11032795">
              <a:off x="1101751" y="5695670"/>
              <a:ext cx="139052" cy="99633"/>
            </a:xfrm>
            <a:prstGeom prst="rect">
              <a:avLst/>
            </a:prstGeom>
            <a:solidFill>
              <a:srgbClr val="BCC5CD"/>
            </a:solidFill>
            <a:ln w="19046" cap="flat">
              <a:solidFill>
                <a:srgbClr val="FFFFFF"/>
              </a:solidFill>
              <a:prstDash val="solid"/>
              <a:miter/>
            </a:ln>
          </p:spPr>
          <p:txBody>
            <a:bodyPr lIns="0" tIns="0" rIns="0" bIns="0"/>
            <a:lstStyle/>
            <a:p>
              <a:endParaRPr lang="fr-TN"/>
            </a:p>
          </p:txBody>
        </p:sp>
        <p:sp>
          <p:nvSpPr>
            <p:cNvPr id="4" name="Forme libre 3">
              <a:extLst>
                <a:ext uri="{FF2B5EF4-FFF2-40B4-BE49-F238E27FC236}">
                  <a16:creationId xmlns:a16="http://schemas.microsoft.com/office/drawing/2014/main" id="{436223A4-BB7B-E1E6-7E46-9E0E9CD0583E}"/>
                </a:ext>
              </a:extLst>
            </p:cNvPr>
            <p:cNvSpPr/>
            <p:nvPr/>
          </p:nvSpPr>
          <p:spPr>
            <a:xfrm>
              <a:off x="2183751" y="2452585"/>
              <a:ext cx="8151263" cy="278460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8151263"/>
                <a:gd name="f7" fmla="val 2784606"/>
                <a:gd name="f8" fmla="+- 0 0 -90"/>
                <a:gd name="f9" fmla="*/ f3 1 8151263"/>
                <a:gd name="f10" fmla="*/ f4 1 2784606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8151263"/>
                <a:gd name="f19" fmla="*/ f15 1 2784606"/>
                <a:gd name="f20" fmla="*/ 0 f16 1"/>
                <a:gd name="f21" fmla="*/ 0 f15 1"/>
                <a:gd name="f22" fmla="*/ 8151263 f16 1"/>
                <a:gd name="f23" fmla="*/ 2784606 f15 1"/>
                <a:gd name="f24" fmla="+- f17 0 f1"/>
                <a:gd name="f25" fmla="*/ f20 1 8151263"/>
                <a:gd name="f26" fmla="*/ f21 1 2784606"/>
                <a:gd name="f27" fmla="*/ f22 1 8151263"/>
                <a:gd name="f28" fmla="*/ f23 1 2784606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8151263" h="2784606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9056" tIns="99056" rIns="99056" bIns="99056" anchor="ctr" anchorCtr="1" compatLnSpc="1">
              <a:noAutofit/>
            </a:bodyPr>
            <a:lstStyle/>
            <a:p>
              <a:pPr marL="0" marR="0" lvl="0" indent="0" algn="ctr" defTabSz="1155701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11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2600" b="0" i="0" u="none" strike="noStrike" kern="1200" cap="none" spc="0" baseline="0" dirty="0">
                  <a:solidFill>
                    <a:srgbClr val="000000"/>
                  </a:solidFill>
                  <a:uFillTx/>
                  <a:latin typeface="Aptos"/>
                </a:rPr>
                <a:t>Le projet SPAT vise à </a:t>
              </a:r>
              <a:r>
                <a:rPr lang="fr-FR" sz="2600" b="1" i="0" u="none" strike="noStrike" kern="1200" cap="none" spc="0" baseline="0" dirty="0">
                  <a:solidFill>
                    <a:srgbClr val="000000"/>
                  </a:solidFill>
                  <a:uFillTx/>
                  <a:latin typeface="Aptos"/>
                </a:rPr>
                <a:t>soutenir</a:t>
              </a:r>
              <a:r>
                <a:rPr lang="fr-FR" sz="2600" b="0" i="0" u="none" strike="noStrike" kern="1200" cap="none" spc="0" baseline="0" dirty="0">
                  <a:solidFill>
                    <a:srgbClr val="000000"/>
                  </a:solidFill>
                  <a:uFillTx/>
                  <a:latin typeface="Aptos"/>
                </a:rPr>
                <a:t> et à </a:t>
              </a:r>
              <a:r>
                <a:rPr lang="fr-FR" sz="2600" b="1" i="0" u="none" strike="noStrike" kern="1200" cap="none" spc="0" baseline="0" dirty="0">
                  <a:solidFill>
                    <a:srgbClr val="000000"/>
                  </a:solidFill>
                  <a:uFillTx/>
                  <a:latin typeface="Aptos"/>
                </a:rPr>
                <a:t>encourager</a:t>
              </a:r>
              <a:r>
                <a:rPr lang="fr-FR" sz="2600" b="0" i="0" u="none" strike="noStrike" kern="1200" cap="none" spc="0" baseline="0" dirty="0">
                  <a:solidFill>
                    <a:srgbClr val="000000"/>
                  </a:solidFill>
                  <a:uFillTx/>
                  <a:latin typeface="Aptos"/>
                </a:rPr>
                <a:t> la </a:t>
              </a:r>
              <a:r>
                <a:rPr lang="fr-FR" sz="2600" b="1" i="0" u="none" strike="noStrike" kern="1200" cap="none" spc="0" baseline="0" dirty="0">
                  <a:solidFill>
                    <a:srgbClr val="000000"/>
                  </a:solidFill>
                  <a:uFillTx/>
                  <a:latin typeface="Aptos"/>
                </a:rPr>
                <a:t>formation aux méthodes et aux techniques</a:t>
              </a:r>
              <a:r>
                <a:rPr lang="fr-FR" sz="2600" b="0" i="0" u="none" strike="noStrike" kern="1200" cap="none" spc="0" baseline="0" dirty="0">
                  <a:solidFill>
                    <a:srgbClr val="000000"/>
                  </a:solidFill>
                  <a:uFillTx/>
                  <a:latin typeface="Aptos"/>
                </a:rPr>
                <a:t> de l’</a:t>
              </a:r>
              <a:r>
                <a:rPr lang="fr-FR" sz="2600" b="1" i="0" u="none" strike="noStrike" kern="1200" cap="none" spc="0" baseline="0" dirty="0">
                  <a:solidFill>
                    <a:srgbClr val="000000"/>
                  </a:solidFill>
                  <a:uFillTx/>
                  <a:latin typeface="Aptos"/>
                </a:rPr>
                <a:t>imagerie spatiale</a:t>
              </a:r>
              <a:r>
                <a:rPr lang="fr-FR" sz="2600" b="0" i="0" u="none" strike="noStrike" kern="1200" cap="none" spc="0" baseline="0" dirty="0">
                  <a:solidFill>
                    <a:srgbClr val="000000"/>
                  </a:solidFill>
                  <a:uFillTx/>
                  <a:latin typeface="Aptos"/>
                </a:rPr>
                <a:t>, de </a:t>
              </a:r>
              <a:r>
                <a:rPr lang="fr-FR" sz="2600" b="1" i="0" u="none" strike="noStrike" kern="1200" cap="none" spc="0" baseline="0" dirty="0">
                  <a:solidFill>
                    <a:srgbClr val="000000"/>
                  </a:solidFill>
                  <a:uFillTx/>
                  <a:latin typeface="Aptos"/>
                </a:rPr>
                <a:t>la photogrammétrie</a:t>
              </a:r>
              <a:r>
                <a:rPr lang="fr-FR" sz="2600" b="0" i="0" u="none" strike="noStrike" kern="1200" cap="none" spc="0" baseline="0" dirty="0">
                  <a:solidFill>
                    <a:srgbClr val="000000"/>
                  </a:solidFill>
                  <a:uFillTx/>
                  <a:latin typeface="Aptos"/>
                </a:rPr>
                <a:t>, et de la </a:t>
              </a:r>
              <a:r>
                <a:rPr lang="fr-FR" sz="2600" b="1" i="0" u="none" strike="noStrike" kern="1200" cap="none" spc="0" baseline="0" dirty="0">
                  <a:solidFill>
                    <a:srgbClr val="000000"/>
                  </a:solidFill>
                  <a:uFillTx/>
                  <a:latin typeface="Aptos"/>
                </a:rPr>
                <a:t>géomatique</a:t>
              </a:r>
              <a:r>
                <a:rPr lang="fr-FR" sz="2600" b="0" i="0" u="none" strike="noStrike" kern="1200" cap="none" spc="0" baseline="0" dirty="0">
                  <a:solidFill>
                    <a:srgbClr val="000000"/>
                  </a:solidFill>
                  <a:uFillTx/>
                  <a:latin typeface="Aptos"/>
                </a:rPr>
                <a:t> des </a:t>
              </a:r>
              <a:r>
                <a:rPr lang="fr-FR" sz="2600" b="1" i="0" u="none" strike="noStrike" kern="1200" cap="none" spc="0" baseline="0" dirty="0">
                  <a:solidFill>
                    <a:srgbClr val="000000"/>
                  </a:solidFill>
                  <a:uFillTx/>
                  <a:latin typeface="Aptos"/>
                </a:rPr>
                <a:t>étudiants de géographie et d’archéologie</a:t>
              </a:r>
              <a:r>
                <a:rPr lang="fr-FR" sz="2600" b="0" i="0" u="none" strike="noStrike" kern="1200" cap="none" spc="0" baseline="0" dirty="0">
                  <a:solidFill>
                    <a:srgbClr val="000000"/>
                  </a:solidFill>
                  <a:uFillTx/>
                  <a:latin typeface="Aptos"/>
                </a:rPr>
                <a:t> afin de favoriser leur implication dans les domaines spécifiques liés à l’étude de </a:t>
              </a:r>
              <a:r>
                <a:rPr lang="fr-FR" sz="2600" b="1" i="0" u="none" strike="noStrike" kern="1200" cap="none" spc="0" baseline="0" dirty="0">
                  <a:solidFill>
                    <a:srgbClr val="000000"/>
                  </a:solidFill>
                  <a:uFillTx/>
                  <a:latin typeface="Aptos"/>
                </a:rPr>
                <a:t>patrimoine culturel, environnemental </a:t>
              </a:r>
              <a:r>
                <a:rPr lang="fr-FR" sz="2600" b="0" i="0" u="none" strike="noStrike" kern="1200" cap="none" spc="0" baseline="0" dirty="0">
                  <a:solidFill>
                    <a:srgbClr val="000000"/>
                  </a:solidFill>
                  <a:uFillTx/>
                  <a:latin typeface="Aptos"/>
                </a:rPr>
                <a:t>et surtout </a:t>
              </a:r>
              <a:r>
                <a:rPr lang="fr-FR" sz="2600" b="1" i="0" u="none" strike="noStrike" kern="1200" cap="none" spc="0" baseline="0" dirty="0">
                  <a:solidFill>
                    <a:srgbClr val="000000"/>
                  </a:solidFill>
                  <a:uFillTx/>
                  <a:latin typeface="Aptos"/>
                </a:rPr>
                <a:t>archéologique</a:t>
              </a:r>
            </a:p>
          </p:txBody>
        </p:sp>
        <p:sp>
          <p:nvSpPr>
            <p:cNvPr id="5" name="Forme libre 4">
              <a:extLst>
                <a:ext uri="{FF2B5EF4-FFF2-40B4-BE49-F238E27FC236}">
                  <a16:creationId xmlns:a16="http://schemas.microsoft.com/office/drawing/2014/main" id="{6B18A0FB-592D-4640-76AD-E6BDA8EA3355}"/>
                </a:ext>
              </a:extLst>
            </p:cNvPr>
            <p:cNvSpPr/>
            <p:nvPr/>
          </p:nvSpPr>
          <p:spPr>
            <a:xfrm>
              <a:off x="1770781" y="2176747"/>
              <a:ext cx="866558" cy="866787"/>
            </a:xfrm>
            <a:custGeom>
              <a:avLst>
                <a:gd name="f9" fmla="val 25770"/>
                <a:gd name="f10" fmla="val 25770"/>
              </a:avLst>
              <a:gdLst>
                <a:gd name="f2" fmla="val 10800000"/>
                <a:gd name="f3" fmla="val 5400000"/>
                <a:gd name="f4" fmla="val 180"/>
                <a:gd name="f5" fmla="val w"/>
                <a:gd name="f6" fmla="val h"/>
                <a:gd name="f7" fmla="val ss"/>
                <a:gd name="f8" fmla="val 0"/>
                <a:gd name="f9" fmla="val 25770"/>
                <a:gd name="f10" fmla="val 25770"/>
                <a:gd name="f11" fmla="+- 0 0 -90"/>
                <a:gd name="f12" fmla="+- 0 0 -180"/>
                <a:gd name="f13" fmla="abs f5"/>
                <a:gd name="f14" fmla="abs f6"/>
                <a:gd name="f15" fmla="abs f7"/>
                <a:gd name="f16" fmla="val f8"/>
                <a:gd name="f17" fmla="val f10"/>
                <a:gd name="f18" fmla="val f9"/>
                <a:gd name="f19" fmla="*/ f11 f2 1"/>
                <a:gd name="f20" fmla="*/ f12 f2 1"/>
                <a:gd name="f21" fmla="?: f13 f5 1"/>
                <a:gd name="f22" fmla="?: f14 f6 1"/>
                <a:gd name="f23" fmla="?: f15 f7 1"/>
                <a:gd name="f24" fmla="*/ f19 1 f4"/>
                <a:gd name="f25" fmla="*/ f20 1 f4"/>
                <a:gd name="f26" fmla="*/ f21 1 21600"/>
                <a:gd name="f27" fmla="*/ f22 1 21600"/>
                <a:gd name="f28" fmla="*/ 21600 f21 1"/>
                <a:gd name="f29" fmla="*/ 21600 f22 1"/>
                <a:gd name="f30" fmla="+- f24 0 f3"/>
                <a:gd name="f31" fmla="+- f25 0 f3"/>
                <a:gd name="f32" fmla="min f27 f26"/>
                <a:gd name="f33" fmla="*/ f28 1 f23"/>
                <a:gd name="f34" fmla="*/ f29 1 f23"/>
                <a:gd name="f35" fmla="val f33"/>
                <a:gd name="f36" fmla="val f34"/>
                <a:gd name="f37" fmla="*/ f16 f32 1"/>
                <a:gd name="f38" fmla="+- f36 0 f16"/>
                <a:gd name="f39" fmla="+- f35 0 f16"/>
                <a:gd name="f40" fmla="*/ f35 f32 1"/>
                <a:gd name="f41" fmla="*/ f36 f32 1"/>
                <a:gd name="f42" fmla="min f39 f38"/>
                <a:gd name="f43" fmla="*/ f42 f17 1"/>
                <a:gd name="f44" fmla="*/ f42 f18 1"/>
                <a:gd name="f45" fmla="*/ f43 1 100000"/>
                <a:gd name="f46" fmla="*/ f44 1 100000"/>
                <a:gd name="f47" fmla="*/ f46 f39 1"/>
                <a:gd name="f48" fmla="*/ f45 f38 1"/>
                <a:gd name="f49" fmla="*/ f45 1 2"/>
                <a:gd name="f50" fmla="*/ f46 1 2"/>
                <a:gd name="f51" fmla="*/ f46 f32 1"/>
                <a:gd name="f52" fmla="*/ f45 f32 1"/>
                <a:gd name="f53" fmla="*/ f47 1 f38"/>
                <a:gd name="f54" fmla="*/ f48 1 f39"/>
                <a:gd name="f55" fmla="*/ f50 f32 1"/>
                <a:gd name="f56" fmla="*/ f49 f32 1"/>
                <a:gd name="f57" fmla="+- f35 0 f53"/>
                <a:gd name="f58" fmla="+- f36 0 f54"/>
                <a:gd name="f59" fmla="+- f58 f36 0"/>
                <a:gd name="f60" fmla="+- f57 f35 0"/>
                <a:gd name="f61" fmla="*/ f57 f32 1"/>
                <a:gd name="f62" fmla="*/ f58 f32 1"/>
                <a:gd name="f63" fmla="*/ f59 1 2"/>
                <a:gd name="f64" fmla="*/ f60 1 2"/>
                <a:gd name="f65" fmla="*/ f64 f32 1"/>
                <a:gd name="f66" fmla="*/ f63 f3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65" y="f55"/>
                </a:cxn>
                <a:cxn ang="f31">
                  <a:pos x="f56" y="f66"/>
                </a:cxn>
              </a:cxnLst>
              <a:rect l="f37" t="f37" r="f40" b="f41"/>
              <a:pathLst>
                <a:path>
                  <a:moveTo>
                    <a:pt x="f37" y="f37"/>
                  </a:moveTo>
                  <a:lnTo>
                    <a:pt x="f40" y="f37"/>
                  </a:lnTo>
                  <a:lnTo>
                    <a:pt x="f61" y="f51"/>
                  </a:lnTo>
                  <a:lnTo>
                    <a:pt x="f52" y="f51"/>
                  </a:lnTo>
                  <a:lnTo>
                    <a:pt x="f52" y="f62"/>
                  </a:lnTo>
                  <a:lnTo>
                    <a:pt x="f37" y="f41"/>
                  </a:lnTo>
                  <a:close/>
                </a:path>
              </a:pathLst>
            </a:custGeom>
            <a:solidFill>
              <a:srgbClr val="E97132"/>
            </a:solidFill>
            <a:ln w="19046" cap="flat">
              <a:solidFill>
                <a:srgbClr val="FFFFFF"/>
              </a:solidFill>
              <a:prstDash val="solid"/>
              <a:miter/>
            </a:ln>
          </p:spPr>
          <p:txBody>
            <a:bodyPr lIns="0" tIns="0" rIns="0" bIns="0"/>
            <a:lstStyle/>
            <a:p>
              <a:endParaRPr lang="fr-TN"/>
            </a:p>
          </p:txBody>
        </p:sp>
        <p:sp>
          <p:nvSpPr>
            <p:cNvPr id="6" name="Forme libre 5">
              <a:extLst>
                <a:ext uri="{FF2B5EF4-FFF2-40B4-BE49-F238E27FC236}">
                  <a16:creationId xmlns:a16="http://schemas.microsoft.com/office/drawing/2014/main" id="{AAA07F9E-C339-E51B-EC19-12E129155AE7}"/>
                </a:ext>
              </a:extLst>
            </p:cNvPr>
            <p:cNvSpPr/>
            <p:nvPr/>
          </p:nvSpPr>
          <p:spPr>
            <a:xfrm rot="5400013">
              <a:off x="9859230" y="2158016"/>
              <a:ext cx="866787" cy="866558"/>
            </a:xfrm>
            <a:custGeom>
              <a:avLst>
                <a:gd name="f9" fmla="val 25770"/>
                <a:gd name="f10" fmla="val 25770"/>
              </a:avLst>
              <a:gdLst>
                <a:gd name="f2" fmla="val 10800000"/>
                <a:gd name="f3" fmla="val 5400000"/>
                <a:gd name="f4" fmla="val 180"/>
                <a:gd name="f5" fmla="val w"/>
                <a:gd name="f6" fmla="val h"/>
                <a:gd name="f7" fmla="val ss"/>
                <a:gd name="f8" fmla="val 0"/>
                <a:gd name="f9" fmla="val 25770"/>
                <a:gd name="f10" fmla="val 25770"/>
                <a:gd name="f11" fmla="+- 0 0 -90"/>
                <a:gd name="f12" fmla="+- 0 0 -180"/>
                <a:gd name="f13" fmla="abs f5"/>
                <a:gd name="f14" fmla="abs f6"/>
                <a:gd name="f15" fmla="abs f7"/>
                <a:gd name="f16" fmla="val f8"/>
                <a:gd name="f17" fmla="val f10"/>
                <a:gd name="f18" fmla="val f9"/>
                <a:gd name="f19" fmla="*/ f11 f2 1"/>
                <a:gd name="f20" fmla="*/ f12 f2 1"/>
                <a:gd name="f21" fmla="?: f13 f5 1"/>
                <a:gd name="f22" fmla="?: f14 f6 1"/>
                <a:gd name="f23" fmla="?: f15 f7 1"/>
                <a:gd name="f24" fmla="*/ f19 1 f4"/>
                <a:gd name="f25" fmla="*/ f20 1 f4"/>
                <a:gd name="f26" fmla="*/ f21 1 21600"/>
                <a:gd name="f27" fmla="*/ f22 1 21600"/>
                <a:gd name="f28" fmla="*/ 21600 f21 1"/>
                <a:gd name="f29" fmla="*/ 21600 f22 1"/>
                <a:gd name="f30" fmla="+- f24 0 f3"/>
                <a:gd name="f31" fmla="+- f25 0 f3"/>
                <a:gd name="f32" fmla="min f27 f26"/>
                <a:gd name="f33" fmla="*/ f28 1 f23"/>
                <a:gd name="f34" fmla="*/ f29 1 f23"/>
                <a:gd name="f35" fmla="val f33"/>
                <a:gd name="f36" fmla="val f34"/>
                <a:gd name="f37" fmla="*/ f16 f32 1"/>
                <a:gd name="f38" fmla="+- f36 0 f16"/>
                <a:gd name="f39" fmla="+- f35 0 f16"/>
                <a:gd name="f40" fmla="*/ f35 f32 1"/>
                <a:gd name="f41" fmla="*/ f36 f32 1"/>
                <a:gd name="f42" fmla="min f39 f38"/>
                <a:gd name="f43" fmla="*/ f42 f17 1"/>
                <a:gd name="f44" fmla="*/ f42 f18 1"/>
                <a:gd name="f45" fmla="*/ f43 1 100000"/>
                <a:gd name="f46" fmla="*/ f44 1 100000"/>
                <a:gd name="f47" fmla="*/ f46 f39 1"/>
                <a:gd name="f48" fmla="*/ f45 f38 1"/>
                <a:gd name="f49" fmla="*/ f45 1 2"/>
                <a:gd name="f50" fmla="*/ f46 1 2"/>
                <a:gd name="f51" fmla="*/ f46 f32 1"/>
                <a:gd name="f52" fmla="*/ f45 f32 1"/>
                <a:gd name="f53" fmla="*/ f47 1 f38"/>
                <a:gd name="f54" fmla="*/ f48 1 f39"/>
                <a:gd name="f55" fmla="*/ f50 f32 1"/>
                <a:gd name="f56" fmla="*/ f49 f32 1"/>
                <a:gd name="f57" fmla="+- f35 0 f53"/>
                <a:gd name="f58" fmla="+- f36 0 f54"/>
                <a:gd name="f59" fmla="+- f58 f36 0"/>
                <a:gd name="f60" fmla="+- f57 f35 0"/>
                <a:gd name="f61" fmla="*/ f57 f32 1"/>
                <a:gd name="f62" fmla="*/ f58 f32 1"/>
                <a:gd name="f63" fmla="*/ f59 1 2"/>
                <a:gd name="f64" fmla="*/ f60 1 2"/>
                <a:gd name="f65" fmla="*/ f64 f32 1"/>
                <a:gd name="f66" fmla="*/ f63 f3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65" y="f55"/>
                </a:cxn>
                <a:cxn ang="f31">
                  <a:pos x="f56" y="f66"/>
                </a:cxn>
              </a:cxnLst>
              <a:rect l="f37" t="f37" r="f40" b="f41"/>
              <a:pathLst>
                <a:path>
                  <a:moveTo>
                    <a:pt x="f37" y="f37"/>
                  </a:moveTo>
                  <a:lnTo>
                    <a:pt x="f40" y="f37"/>
                  </a:lnTo>
                  <a:lnTo>
                    <a:pt x="f61" y="f51"/>
                  </a:lnTo>
                  <a:lnTo>
                    <a:pt x="f52" y="f51"/>
                  </a:lnTo>
                  <a:lnTo>
                    <a:pt x="f52" y="f62"/>
                  </a:lnTo>
                  <a:lnTo>
                    <a:pt x="f37" y="f41"/>
                  </a:lnTo>
                  <a:close/>
                </a:path>
              </a:pathLst>
            </a:custGeom>
            <a:solidFill>
              <a:srgbClr val="196B24"/>
            </a:solidFill>
            <a:ln w="19046" cap="flat">
              <a:solidFill>
                <a:srgbClr val="FFFFFF"/>
              </a:solidFill>
              <a:prstDash val="solid"/>
              <a:miter/>
            </a:ln>
          </p:spPr>
          <p:txBody>
            <a:bodyPr lIns="0" tIns="0" rIns="0" bIns="0"/>
            <a:lstStyle/>
            <a:p>
              <a:endParaRPr lang="fr-TN"/>
            </a:p>
          </p:txBody>
        </p:sp>
        <p:sp>
          <p:nvSpPr>
            <p:cNvPr id="7" name="Forme libre 6">
              <a:extLst>
                <a:ext uri="{FF2B5EF4-FFF2-40B4-BE49-F238E27FC236}">
                  <a16:creationId xmlns:a16="http://schemas.microsoft.com/office/drawing/2014/main" id="{F36585AD-689C-B8E8-6754-74DF2BDA9EDD}"/>
                </a:ext>
              </a:extLst>
            </p:cNvPr>
            <p:cNvSpPr/>
            <p:nvPr/>
          </p:nvSpPr>
          <p:spPr>
            <a:xfrm rot="16200004">
              <a:off x="1874368" y="4467662"/>
              <a:ext cx="866787" cy="866558"/>
            </a:xfrm>
            <a:custGeom>
              <a:avLst>
                <a:gd name="f9" fmla="val 25770"/>
                <a:gd name="f10" fmla="val 25770"/>
              </a:avLst>
              <a:gdLst>
                <a:gd name="f2" fmla="val 10800000"/>
                <a:gd name="f3" fmla="val 5400000"/>
                <a:gd name="f4" fmla="val 180"/>
                <a:gd name="f5" fmla="val w"/>
                <a:gd name="f6" fmla="val h"/>
                <a:gd name="f7" fmla="val ss"/>
                <a:gd name="f8" fmla="val 0"/>
                <a:gd name="f9" fmla="val 25770"/>
                <a:gd name="f10" fmla="val 25770"/>
                <a:gd name="f11" fmla="+- 0 0 -90"/>
                <a:gd name="f12" fmla="+- 0 0 -180"/>
                <a:gd name="f13" fmla="abs f5"/>
                <a:gd name="f14" fmla="abs f6"/>
                <a:gd name="f15" fmla="abs f7"/>
                <a:gd name="f16" fmla="val f8"/>
                <a:gd name="f17" fmla="val f10"/>
                <a:gd name="f18" fmla="val f9"/>
                <a:gd name="f19" fmla="*/ f11 f2 1"/>
                <a:gd name="f20" fmla="*/ f12 f2 1"/>
                <a:gd name="f21" fmla="?: f13 f5 1"/>
                <a:gd name="f22" fmla="?: f14 f6 1"/>
                <a:gd name="f23" fmla="?: f15 f7 1"/>
                <a:gd name="f24" fmla="*/ f19 1 f4"/>
                <a:gd name="f25" fmla="*/ f20 1 f4"/>
                <a:gd name="f26" fmla="*/ f21 1 21600"/>
                <a:gd name="f27" fmla="*/ f22 1 21600"/>
                <a:gd name="f28" fmla="*/ 21600 f21 1"/>
                <a:gd name="f29" fmla="*/ 21600 f22 1"/>
                <a:gd name="f30" fmla="+- f24 0 f3"/>
                <a:gd name="f31" fmla="+- f25 0 f3"/>
                <a:gd name="f32" fmla="min f27 f26"/>
                <a:gd name="f33" fmla="*/ f28 1 f23"/>
                <a:gd name="f34" fmla="*/ f29 1 f23"/>
                <a:gd name="f35" fmla="val f33"/>
                <a:gd name="f36" fmla="val f34"/>
                <a:gd name="f37" fmla="*/ f16 f32 1"/>
                <a:gd name="f38" fmla="+- f36 0 f16"/>
                <a:gd name="f39" fmla="+- f35 0 f16"/>
                <a:gd name="f40" fmla="*/ f35 f32 1"/>
                <a:gd name="f41" fmla="*/ f36 f32 1"/>
                <a:gd name="f42" fmla="min f39 f38"/>
                <a:gd name="f43" fmla="*/ f42 f17 1"/>
                <a:gd name="f44" fmla="*/ f42 f18 1"/>
                <a:gd name="f45" fmla="*/ f43 1 100000"/>
                <a:gd name="f46" fmla="*/ f44 1 100000"/>
                <a:gd name="f47" fmla="*/ f46 f39 1"/>
                <a:gd name="f48" fmla="*/ f45 f38 1"/>
                <a:gd name="f49" fmla="*/ f45 1 2"/>
                <a:gd name="f50" fmla="*/ f46 1 2"/>
                <a:gd name="f51" fmla="*/ f46 f32 1"/>
                <a:gd name="f52" fmla="*/ f45 f32 1"/>
                <a:gd name="f53" fmla="*/ f47 1 f38"/>
                <a:gd name="f54" fmla="*/ f48 1 f39"/>
                <a:gd name="f55" fmla="*/ f50 f32 1"/>
                <a:gd name="f56" fmla="*/ f49 f32 1"/>
                <a:gd name="f57" fmla="+- f35 0 f53"/>
                <a:gd name="f58" fmla="+- f36 0 f54"/>
                <a:gd name="f59" fmla="+- f58 f36 0"/>
                <a:gd name="f60" fmla="+- f57 f35 0"/>
                <a:gd name="f61" fmla="*/ f57 f32 1"/>
                <a:gd name="f62" fmla="*/ f58 f32 1"/>
                <a:gd name="f63" fmla="*/ f59 1 2"/>
                <a:gd name="f64" fmla="*/ f60 1 2"/>
                <a:gd name="f65" fmla="*/ f64 f32 1"/>
                <a:gd name="f66" fmla="*/ f63 f3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65" y="f55"/>
                </a:cxn>
                <a:cxn ang="f31">
                  <a:pos x="f56" y="f66"/>
                </a:cxn>
              </a:cxnLst>
              <a:rect l="f37" t="f37" r="f40" b="f41"/>
              <a:pathLst>
                <a:path>
                  <a:moveTo>
                    <a:pt x="f37" y="f37"/>
                  </a:moveTo>
                  <a:lnTo>
                    <a:pt x="f40" y="f37"/>
                  </a:lnTo>
                  <a:lnTo>
                    <a:pt x="f61" y="f51"/>
                  </a:lnTo>
                  <a:lnTo>
                    <a:pt x="f52" y="f51"/>
                  </a:lnTo>
                  <a:lnTo>
                    <a:pt x="f52" y="f62"/>
                  </a:lnTo>
                  <a:lnTo>
                    <a:pt x="f37" y="f41"/>
                  </a:lnTo>
                  <a:close/>
                </a:path>
              </a:pathLst>
            </a:custGeom>
            <a:solidFill>
              <a:srgbClr val="0F9ED5"/>
            </a:solidFill>
            <a:ln w="19046" cap="flat">
              <a:solidFill>
                <a:srgbClr val="FFFFFF"/>
              </a:solidFill>
              <a:prstDash val="solid"/>
              <a:miter/>
            </a:ln>
          </p:spPr>
          <p:txBody>
            <a:bodyPr lIns="0" tIns="0" rIns="0" bIns="0"/>
            <a:lstStyle/>
            <a:p>
              <a:endParaRPr lang="fr-TN"/>
            </a:p>
          </p:txBody>
        </p:sp>
        <p:sp>
          <p:nvSpPr>
            <p:cNvPr id="8" name="Forme libre 7">
              <a:extLst>
                <a:ext uri="{FF2B5EF4-FFF2-40B4-BE49-F238E27FC236}">
                  <a16:creationId xmlns:a16="http://schemas.microsoft.com/office/drawing/2014/main" id="{0E075C00-F00F-A2AB-7AE4-9B70276186F2}"/>
                </a:ext>
              </a:extLst>
            </p:cNvPr>
            <p:cNvSpPr/>
            <p:nvPr/>
          </p:nvSpPr>
          <p:spPr>
            <a:xfrm rot="10799991">
              <a:off x="9757206" y="4533531"/>
              <a:ext cx="866558" cy="866787"/>
            </a:xfrm>
            <a:custGeom>
              <a:avLst>
                <a:gd name="f9" fmla="val 25770"/>
                <a:gd name="f10" fmla="val 25770"/>
              </a:avLst>
              <a:gdLst>
                <a:gd name="f2" fmla="val 10800000"/>
                <a:gd name="f3" fmla="val 5400000"/>
                <a:gd name="f4" fmla="val 180"/>
                <a:gd name="f5" fmla="val w"/>
                <a:gd name="f6" fmla="val h"/>
                <a:gd name="f7" fmla="val ss"/>
                <a:gd name="f8" fmla="val 0"/>
                <a:gd name="f9" fmla="val 25770"/>
                <a:gd name="f10" fmla="val 25770"/>
                <a:gd name="f11" fmla="+- 0 0 -90"/>
                <a:gd name="f12" fmla="+- 0 0 -180"/>
                <a:gd name="f13" fmla="abs f5"/>
                <a:gd name="f14" fmla="abs f6"/>
                <a:gd name="f15" fmla="abs f7"/>
                <a:gd name="f16" fmla="val f8"/>
                <a:gd name="f17" fmla="val f10"/>
                <a:gd name="f18" fmla="val f9"/>
                <a:gd name="f19" fmla="*/ f11 f2 1"/>
                <a:gd name="f20" fmla="*/ f12 f2 1"/>
                <a:gd name="f21" fmla="?: f13 f5 1"/>
                <a:gd name="f22" fmla="?: f14 f6 1"/>
                <a:gd name="f23" fmla="?: f15 f7 1"/>
                <a:gd name="f24" fmla="*/ f19 1 f4"/>
                <a:gd name="f25" fmla="*/ f20 1 f4"/>
                <a:gd name="f26" fmla="*/ f21 1 21600"/>
                <a:gd name="f27" fmla="*/ f22 1 21600"/>
                <a:gd name="f28" fmla="*/ 21600 f21 1"/>
                <a:gd name="f29" fmla="*/ 21600 f22 1"/>
                <a:gd name="f30" fmla="+- f24 0 f3"/>
                <a:gd name="f31" fmla="+- f25 0 f3"/>
                <a:gd name="f32" fmla="min f27 f26"/>
                <a:gd name="f33" fmla="*/ f28 1 f23"/>
                <a:gd name="f34" fmla="*/ f29 1 f23"/>
                <a:gd name="f35" fmla="val f33"/>
                <a:gd name="f36" fmla="val f34"/>
                <a:gd name="f37" fmla="*/ f16 f32 1"/>
                <a:gd name="f38" fmla="+- f36 0 f16"/>
                <a:gd name="f39" fmla="+- f35 0 f16"/>
                <a:gd name="f40" fmla="*/ f35 f32 1"/>
                <a:gd name="f41" fmla="*/ f36 f32 1"/>
                <a:gd name="f42" fmla="min f39 f38"/>
                <a:gd name="f43" fmla="*/ f42 f17 1"/>
                <a:gd name="f44" fmla="*/ f42 f18 1"/>
                <a:gd name="f45" fmla="*/ f43 1 100000"/>
                <a:gd name="f46" fmla="*/ f44 1 100000"/>
                <a:gd name="f47" fmla="*/ f46 f39 1"/>
                <a:gd name="f48" fmla="*/ f45 f38 1"/>
                <a:gd name="f49" fmla="*/ f45 1 2"/>
                <a:gd name="f50" fmla="*/ f46 1 2"/>
                <a:gd name="f51" fmla="*/ f46 f32 1"/>
                <a:gd name="f52" fmla="*/ f45 f32 1"/>
                <a:gd name="f53" fmla="*/ f47 1 f38"/>
                <a:gd name="f54" fmla="*/ f48 1 f39"/>
                <a:gd name="f55" fmla="*/ f50 f32 1"/>
                <a:gd name="f56" fmla="*/ f49 f32 1"/>
                <a:gd name="f57" fmla="+- f35 0 f53"/>
                <a:gd name="f58" fmla="+- f36 0 f54"/>
                <a:gd name="f59" fmla="+- f58 f36 0"/>
                <a:gd name="f60" fmla="+- f57 f35 0"/>
                <a:gd name="f61" fmla="*/ f57 f32 1"/>
                <a:gd name="f62" fmla="*/ f58 f32 1"/>
                <a:gd name="f63" fmla="*/ f59 1 2"/>
                <a:gd name="f64" fmla="*/ f60 1 2"/>
                <a:gd name="f65" fmla="*/ f64 f32 1"/>
                <a:gd name="f66" fmla="*/ f63 f3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65" y="f55"/>
                </a:cxn>
                <a:cxn ang="f31">
                  <a:pos x="f56" y="f66"/>
                </a:cxn>
              </a:cxnLst>
              <a:rect l="f37" t="f37" r="f40" b="f41"/>
              <a:pathLst>
                <a:path>
                  <a:moveTo>
                    <a:pt x="f37" y="f37"/>
                  </a:moveTo>
                  <a:lnTo>
                    <a:pt x="f40" y="f37"/>
                  </a:lnTo>
                  <a:lnTo>
                    <a:pt x="f61" y="f51"/>
                  </a:lnTo>
                  <a:lnTo>
                    <a:pt x="f52" y="f51"/>
                  </a:lnTo>
                  <a:lnTo>
                    <a:pt x="f52" y="f62"/>
                  </a:lnTo>
                  <a:lnTo>
                    <a:pt x="f37" y="f41"/>
                  </a:lnTo>
                  <a:close/>
                </a:path>
              </a:pathLst>
            </a:custGeom>
            <a:solidFill>
              <a:srgbClr val="A02B93"/>
            </a:solidFill>
            <a:ln w="19046" cap="flat">
              <a:solidFill>
                <a:srgbClr val="FFFFFF"/>
              </a:solidFill>
              <a:prstDash val="solid"/>
              <a:miter/>
            </a:ln>
          </p:spPr>
          <p:txBody>
            <a:bodyPr lIns="0" tIns="0" rIns="0" bIns="0"/>
            <a:lstStyle/>
            <a:p>
              <a:endParaRPr lang="fr-TN"/>
            </a:p>
          </p:txBody>
        </p:sp>
      </p:grpSp>
      <p:sp>
        <p:nvSpPr>
          <p:cNvPr id="9" name="Titre 1">
            <a:extLst>
              <a:ext uri="{FF2B5EF4-FFF2-40B4-BE49-F238E27FC236}">
                <a16:creationId xmlns:a16="http://schemas.microsoft.com/office/drawing/2014/main" id="{843C3DC9-2DEE-DB5A-5A16-E0AEE8453FE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fr-FR" b="1">
                <a:solidFill>
                  <a:srgbClr val="163E64"/>
                </a:solidFill>
              </a:rPr>
              <a:t>Objectifs</a:t>
            </a:r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154D9183-4318-18A6-7007-678BE077A4FA}"/>
              </a:ext>
            </a:extLst>
          </p:cNvPr>
          <p:cNvSpPr txBox="1"/>
          <p:nvPr/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4B4B2620-ACE6-A54C-A9D0-2D598D855BED}" type="slidenum">
              <a:rPr lang="fr-FR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rPr>
              <a:t>2</a:t>
            </a:fld>
            <a:endParaRPr lang="fr-FR" sz="1200" b="0" i="0" u="none" strike="noStrike" kern="1200" cap="none" spc="0" baseline="0">
              <a:solidFill>
                <a:srgbClr val="767676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Espace réservé du contenu 3">
            <a:extLst>
              <a:ext uri="{FF2B5EF4-FFF2-40B4-BE49-F238E27FC236}">
                <a16:creationId xmlns:a16="http://schemas.microsoft.com/office/drawing/2014/main" id="{FCEEF0F8-1474-BD4B-DFAF-60327ADFD62B}"/>
              </a:ext>
            </a:extLst>
          </p:cNvPr>
          <p:cNvGrpSpPr/>
          <p:nvPr/>
        </p:nvGrpSpPr>
        <p:grpSpPr>
          <a:xfrm>
            <a:off x="1459437" y="915533"/>
            <a:ext cx="5219596" cy="5385158"/>
            <a:chOff x="1459437" y="915533"/>
            <a:chExt cx="5219596" cy="5385158"/>
          </a:xfrm>
        </p:grpSpPr>
        <p:sp>
          <p:nvSpPr>
            <p:cNvPr id="3" name="Forme libre 2">
              <a:extLst>
                <a:ext uri="{FF2B5EF4-FFF2-40B4-BE49-F238E27FC236}">
                  <a16:creationId xmlns:a16="http://schemas.microsoft.com/office/drawing/2014/main" id="{B9779DA1-8EFA-1F92-8125-78EDA5355A3D}"/>
                </a:ext>
              </a:extLst>
            </p:cNvPr>
            <p:cNvSpPr/>
            <p:nvPr/>
          </p:nvSpPr>
          <p:spPr>
            <a:xfrm>
              <a:off x="2060371" y="1600373"/>
              <a:ext cx="4017718" cy="4017718"/>
            </a:xfrm>
            <a:custGeom>
              <a:avLst>
                <a:gd name="f13" fmla="val 90"/>
                <a:gd name="f14" fmla="val 180"/>
                <a:gd name="f15" fmla="val 4642"/>
              </a:avLst>
              <a:gdLst>
                <a:gd name="f3" fmla="val 10800000"/>
                <a:gd name="f4" fmla="val 5400000"/>
                <a:gd name="f5" fmla="val 16200000"/>
                <a:gd name="f6" fmla="val 180"/>
                <a:gd name="f7" fmla="val w"/>
                <a:gd name="f8" fmla="val h"/>
                <a:gd name="f9" fmla="val ss"/>
                <a:gd name="f10" fmla="val 0"/>
                <a:gd name="f11" fmla="*/ 5419351 1 1725033"/>
                <a:gd name="f12" fmla="+- 0 0 1"/>
                <a:gd name="f13" fmla="val 90"/>
                <a:gd name="f14" fmla="val 180"/>
                <a:gd name="f15" fmla="val 4642"/>
                <a:gd name="f16" fmla="+- 0 0 -180"/>
                <a:gd name="f17" fmla="+- 0 0 -450"/>
                <a:gd name="f18" fmla="+- 0 0 -315"/>
                <a:gd name="f19" fmla="abs f7"/>
                <a:gd name="f20" fmla="abs f8"/>
                <a:gd name="f21" fmla="abs f9"/>
                <a:gd name="f22" fmla="val f10"/>
                <a:gd name="f23" fmla="val f15"/>
                <a:gd name="f24" fmla="+- 0 0 f13"/>
                <a:gd name="f25" fmla="+- 0 0 f14"/>
                <a:gd name="f26" fmla="*/ f16 f3 1"/>
                <a:gd name="f27" fmla="*/ f17 f3 1"/>
                <a:gd name="f28" fmla="*/ f18 f3 1"/>
                <a:gd name="f29" fmla="?: f19 f7 1"/>
                <a:gd name="f30" fmla="?: f20 f8 1"/>
                <a:gd name="f31" fmla="?: f21 f9 1"/>
                <a:gd name="f32" fmla="*/ f24 f3 1"/>
                <a:gd name="f33" fmla="*/ f25 f3 1"/>
                <a:gd name="f34" fmla="*/ f26 1 f6"/>
                <a:gd name="f35" fmla="*/ f27 1 f6"/>
                <a:gd name="f36" fmla="*/ f28 1 f6"/>
                <a:gd name="f37" fmla="*/ f29 1 21600"/>
                <a:gd name="f38" fmla="*/ f30 1 21600"/>
                <a:gd name="f39" fmla="*/ 21600 f29 1"/>
                <a:gd name="f40" fmla="*/ 21600 f30 1"/>
                <a:gd name="f41" fmla="*/ f32 1 f6"/>
                <a:gd name="f42" fmla="*/ f33 1 f6"/>
                <a:gd name="f43" fmla="+- f34 0 f4"/>
                <a:gd name="f44" fmla="+- f35 0 f4"/>
                <a:gd name="f45" fmla="+- f36 0 f4"/>
                <a:gd name="f46" fmla="min f38 f37"/>
                <a:gd name="f47" fmla="*/ f39 1 f31"/>
                <a:gd name="f48" fmla="*/ f40 1 f31"/>
                <a:gd name="f49" fmla="+- f41 0 f4"/>
                <a:gd name="f50" fmla="+- f42 0 f4"/>
                <a:gd name="f51" fmla="val f47"/>
                <a:gd name="f52" fmla="val f48"/>
                <a:gd name="f53" fmla="+- 0 0 f49"/>
                <a:gd name="f54" fmla="+- 0 0 f50"/>
                <a:gd name="f55" fmla="+- f52 0 f22"/>
                <a:gd name="f56" fmla="+- f51 0 f22"/>
                <a:gd name="f57" fmla="val f53"/>
                <a:gd name="f58" fmla="val f54"/>
                <a:gd name="f59" fmla="*/ f55 1 2"/>
                <a:gd name="f60" fmla="*/ f56 1 2"/>
                <a:gd name="f61" fmla="min f56 f55"/>
                <a:gd name="f62" fmla="+- f58 0 f57"/>
                <a:gd name="f63" fmla="+- f57 f4 0"/>
                <a:gd name="f64" fmla="+- f58 f4 0"/>
                <a:gd name="f65" fmla="+- 21600000 0 f57"/>
                <a:gd name="f66" fmla="+- f4 0 f57"/>
                <a:gd name="f67" fmla="+- 27000000 0 f57"/>
                <a:gd name="f68" fmla="+- f3 0 f57"/>
                <a:gd name="f69" fmla="+- 32400000 0 f57"/>
                <a:gd name="f70" fmla="+- f5 0 f57"/>
                <a:gd name="f71" fmla="+- 37800000 0 f57"/>
                <a:gd name="f72" fmla="+- f22 f59 0"/>
                <a:gd name="f73" fmla="+- f22 f60 0"/>
                <a:gd name="f74" fmla="+- f62 21600000 0"/>
                <a:gd name="f75" fmla="*/ f63 f11 1"/>
                <a:gd name="f76" fmla="*/ f64 f11 1"/>
                <a:gd name="f77" fmla="*/ f61 f23 1"/>
                <a:gd name="f78" fmla="?: f66 f66 f67"/>
                <a:gd name="f79" fmla="?: f68 f68 f69"/>
                <a:gd name="f80" fmla="?: f70 f70 f71"/>
                <a:gd name="f81" fmla="*/ f60 f46 1"/>
                <a:gd name="f82" fmla="*/ f59 f46 1"/>
                <a:gd name="f83" fmla="?: f62 f62 f74"/>
                <a:gd name="f84" fmla="*/ f75 1 f3"/>
                <a:gd name="f85" fmla="*/ f76 1 f3"/>
                <a:gd name="f86" fmla="*/ f77 1 100000"/>
                <a:gd name="f87" fmla="*/ f73 f46 1"/>
                <a:gd name="f88" fmla="*/ f72 f46 1"/>
                <a:gd name="f89" fmla="+- 0 0 f83"/>
                <a:gd name="f90" fmla="+- 0 0 f84"/>
                <a:gd name="f91" fmla="+- 0 0 f85"/>
                <a:gd name="f92" fmla="+- f60 0 f86"/>
                <a:gd name="f93" fmla="+- f59 0 f86"/>
                <a:gd name="f94" fmla="+- f83 0 f65"/>
                <a:gd name="f95" fmla="+- f83 0 f78"/>
                <a:gd name="f96" fmla="+- f83 0 f79"/>
                <a:gd name="f97" fmla="+- f83 0 f80"/>
                <a:gd name="f98" fmla="+- 0 0 f90"/>
                <a:gd name="f99" fmla="+- 0 0 f91"/>
                <a:gd name="f100" fmla="*/ f92 f46 1"/>
                <a:gd name="f101" fmla="*/ f93 f46 1"/>
                <a:gd name="f102" fmla="*/ f98 f3 1"/>
                <a:gd name="f103" fmla="*/ f99 f3 1"/>
                <a:gd name="f104" fmla="*/ f102 1 f11"/>
                <a:gd name="f105" fmla="*/ f103 1 f11"/>
                <a:gd name="f106" fmla="+- f104 0 f4"/>
                <a:gd name="f107" fmla="+- f105 0 f4"/>
                <a:gd name="f108" fmla="sin 1 f106"/>
                <a:gd name="f109" fmla="cos 1 f106"/>
                <a:gd name="f110" fmla="sin 1 f107"/>
                <a:gd name="f111" fmla="cos 1 f107"/>
                <a:gd name="f112" fmla="+- 0 0 f108"/>
                <a:gd name="f113" fmla="+- 0 0 f109"/>
                <a:gd name="f114" fmla="+- 0 0 f110"/>
                <a:gd name="f115" fmla="+- 0 0 f111"/>
                <a:gd name="f116" fmla="+- 0 0 f112"/>
                <a:gd name="f117" fmla="+- 0 0 f113"/>
                <a:gd name="f118" fmla="+- 0 0 f114"/>
                <a:gd name="f119" fmla="+- 0 0 f115"/>
                <a:gd name="f120" fmla="*/ f116 f60 1"/>
                <a:gd name="f121" fmla="*/ f117 f59 1"/>
                <a:gd name="f122" fmla="*/ f118 f60 1"/>
                <a:gd name="f123" fmla="*/ f119 f59 1"/>
                <a:gd name="f124" fmla="*/ f118 f92 1"/>
                <a:gd name="f125" fmla="*/ f119 f93 1"/>
                <a:gd name="f126" fmla="*/ f116 f92 1"/>
                <a:gd name="f127" fmla="*/ f117 f93 1"/>
                <a:gd name="f128" fmla="+- 0 0 f121"/>
                <a:gd name="f129" fmla="+- 0 0 f120"/>
                <a:gd name="f130" fmla="+- 0 0 f123"/>
                <a:gd name="f131" fmla="+- 0 0 f122"/>
                <a:gd name="f132" fmla="+- 0 0 f125"/>
                <a:gd name="f133" fmla="+- 0 0 f124"/>
                <a:gd name="f134" fmla="+- 0 0 f127"/>
                <a:gd name="f135" fmla="+- 0 0 f126"/>
                <a:gd name="f136" fmla="+- 0 0 f128"/>
                <a:gd name="f137" fmla="+- 0 0 f129"/>
                <a:gd name="f138" fmla="+- 0 0 f130"/>
                <a:gd name="f139" fmla="+- 0 0 f131"/>
                <a:gd name="f140" fmla="+- 0 0 f132"/>
                <a:gd name="f141" fmla="+- 0 0 f133"/>
                <a:gd name="f142" fmla="+- 0 0 f134"/>
                <a:gd name="f143" fmla="+- 0 0 f135"/>
                <a:gd name="f144" fmla="at2 f136 f137"/>
                <a:gd name="f145" fmla="at2 f138 f139"/>
                <a:gd name="f146" fmla="at2 f140 f141"/>
                <a:gd name="f147" fmla="at2 f142 f143"/>
                <a:gd name="f148" fmla="+- f144 f4 0"/>
                <a:gd name="f149" fmla="+- f145 f4 0"/>
                <a:gd name="f150" fmla="+- f146 f4 0"/>
                <a:gd name="f151" fmla="+- f147 f4 0"/>
                <a:gd name="f152" fmla="*/ f148 f11 1"/>
                <a:gd name="f153" fmla="*/ f149 f11 1"/>
                <a:gd name="f154" fmla="*/ f150 f11 1"/>
                <a:gd name="f155" fmla="*/ f151 f11 1"/>
                <a:gd name="f156" fmla="*/ f152 1 f3"/>
                <a:gd name="f157" fmla="*/ f153 1 f3"/>
                <a:gd name="f158" fmla="*/ f154 1 f3"/>
                <a:gd name="f159" fmla="*/ f155 1 f3"/>
                <a:gd name="f160" fmla="+- 0 0 f156"/>
                <a:gd name="f161" fmla="+- 0 0 f157"/>
                <a:gd name="f162" fmla="+- 0 0 f158"/>
                <a:gd name="f163" fmla="+- 0 0 f159"/>
                <a:gd name="f164" fmla="val f160"/>
                <a:gd name="f165" fmla="val f161"/>
                <a:gd name="f166" fmla="val f162"/>
                <a:gd name="f167" fmla="val f163"/>
                <a:gd name="f168" fmla="+- 0 0 f164"/>
                <a:gd name="f169" fmla="+- 0 0 f165"/>
                <a:gd name="f170" fmla="+- 0 0 f166"/>
                <a:gd name="f171" fmla="+- 0 0 f167"/>
                <a:gd name="f172" fmla="*/ f168 f3 1"/>
                <a:gd name="f173" fmla="*/ f169 f3 1"/>
                <a:gd name="f174" fmla="*/ f170 f3 1"/>
                <a:gd name="f175" fmla="*/ f171 f3 1"/>
                <a:gd name="f176" fmla="*/ f172 1 f11"/>
                <a:gd name="f177" fmla="*/ f173 1 f11"/>
                <a:gd name="f178" fmla="*/ f174 1 f11"/>
                <a:gd name="f179" fmla="*/ f175 1 f11"/>
                <a:gd name="f180" fmla="+- f176 0 f4"/>
                <a:gd name="f181" fmla="+- f177 0 f4"/>
                <a:gd name="f182" fmla="+- f178 0 f4"/>
                <a:gd name="f183" fmla="+- f179 0 f4"/>
                <a:gd name="f184" fmla="cos 1 f180"/>
                <a:gd name="f185" fmla="sin 1 f180"/>
                <a:gd name="f186" fmla="cos 1 f181"/>
                <a:gd name="f187" fmla="sin 1 f181"/>
                <a:gd name="f188" fmla="cos 1 f182"/>
                <a:gd name="f189" fmla="sin 1 f182"/>
                <a:gd name="f190" fmla="cos 1 f183"/>
                <a:gd name="f191" fmla="sin 1 f183"/>
                <a:gd name="f192" fmla="+- 0 0 f184"/>
                <a:gd name="f193" fmla="+- 0 0 f185"/>
                <a:gd name="f194" fmla="+- 0 0 f186"/>
                <a:gd name="f195" fmla="+- 0 0 f187"/>
                <a:gd name="f196" fmla="+- 0 0 f188"/>
                <a:gd name="f197" fmla="+- 0 0 f189"/>
                <a:gd name="f198" fmla="+- 0 0 f190"/>
                <a:gd name="f199" fmla="+- 0 0 f191"/>
                <a:gd name="f200" fmla="*/ f12 f192 1"/>
                <a:gd name="f201" fmla="*/ f12 f193 1"/>
                <a:gd name="f202" fmla="*/ f12 f194 1"/>
                <a:gd name="f203" fmla="*/ f12 f195 1"/>
                <a:gd name="f204" fmla="*/ f12 f196 1"/>
                <a:gd name="f205" fmla="*/ f12 f197 1"/>
                <a:gd name="f206" fmla="*/ f12 f198 1"/>
                <a:gd name="f207" fmla="*/ f12 f199 1"/>
                <a:gd name="f208" fmla="*/ f200 f60 1"/>
                <a:gd name="f209" fmla="*/ f201 f59 1"/>
                <a:gd name="f210" fmla="*/ f202 f60 1"/>
                <a:gd name="f211" fmla="*/ f203 f59 1"/>
                <a:gd name="f212" fmla="*/ f204 f92 1"/>
                <a:gd name="f213" fmla="*/ f205 f93 1"/>
                <a:gd name="f214" fmla="*/ f206 f92 1"/>
                <a:gd name="f215" fmla="*/ f207 f93 1"/>
                <a:gd name="f216" fmla="+- f73 f208 0"/>
                <a:gd name="f217" fmla="+- f72 f209 0"/>
                <a:gd name="f218" fmla="+- f73 f210 0"/>
                <a:gd name="f219" fmla="+- f72 f211 0"/>
                <a:gd name="f220" fmla="+- f73 f212 0"/>
                <a:gd name="f221" fmla="+- f72 f213 0"/>
                <a:gd name="f222" fmla="+- f73 f214 0"/>
                <a:gd name="f223" fmla="+- f72 f215 0"/>
                <a:gd name="f224" fmla="max f216 f220"/>
                <a:gd name="f225" fmla="max f218 f222"/>
                <a:gd name="f226" fmla="max f217 f221"/>
                <a:gd name="f227" fmla="max f219 f223"/>
                <a:gd name="f228" fmla="min f216 f220"/>
                <a:gd name="f229" fmla="min f218 f222"/>
                <a:gd name="f230" fmla="min f217 f221"/>
                <a:gd name="f231" fmla="min f219 f223"/>
                <a:gd name="f232" fmla="+- f216 f222 0"/>
                <a:gd name="f233" fmla="+- f217 f223 0"/>
                <a:gd name="f234" fmla="+- f218 f220 0"/>
                <a:gd name="f235" fmla="+- f219 f221 0"/>
                <a:gd name="f236" fmla="*/ f216 f46 1"/>
                <a:gd name="f237" fmla="*/ f217 f46 1"/>
                <a:gd name="f238" fmla="*/ f220 f46 1"/>
                <a:gd name="f239" fmla="*/ f221 f46 1"/>
                <a:gd name="f240" fmla="max f224 f225"/>
                <a:gd name="f241" fmla="max f226 f227"/>
                <a:gd name="f242" fmla="min f228 f229"/>
                <a:gd name="f243" fmla="min f230 f231"/>
                <a:gd name="f244" fmla="*/ f232 1 2"/>
                <a:gd name="f245" fmla="*/ f233 1 2"/>
                <a:gd name="f246" fmla="*/ f234 1 2"/>
                <a:gd name="f247" fmla="*/ f235 1 2"/>
                <a:gd name="f248" fmla="?: f94 f51 f240"/>
                <a:gd name="f249" fmla="?: f95 f52 f241"/>
                <a:gd name="f250" fmla="?: f96 f22 f242"/>
                <a:gd name="f251" fmla="?: f97 f22 f243"/>
                <a:gd name="f252" fmla="*/ f244 f46 1"/>
                <a:gd name="f253" fmla="*/ f245 f46 1"/>
                <a:gd name="f254" fmla="*/ f246 f46 1"/>
                <a:gd name="f255" fmla="*/ f247 f46 1"/>
                <a:gd name="f256" fmla="*/ f250 f46 1"/>
                <a:gd name="f257" fmla="*/ f251 f46 1"/>
                <a:gd name="f258" fmla="*/ f248 f46 1"/>
                <a:gd name="f259" fmla="*/ f249 f4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3">
                  <a:pos x="f252" y="f253"/>
                </a:cxn>
                <a:cxn ang="f44">
                  <a:pos x="f254" y="f255"/>
                </a:cxn>
                <a:cxn ang="f45">
                  <a:pos x="f87" y="f88"/>
                </a:cxn>
              </a:cxnLst>
              <a:rect l="f256" t="f257" r="f258" b="f259"/>
              <a:pathLst>
                <a:path>
                  <a:moveTo>
                    <a:pt x="f236" y="f237"/>
                  </a:moveTo>
                  <a:arcTo wR="f81" hR="f82" stAng="f57" swAng="f83"/>
                  <a:lnTo>
                    <a:pt x="f238" y="f239"/>
                  </a:lnTo>
                  <a:arcTo wR="f100" hR="f101" stAng="f58" swAng="f89"/>
                  <a:close/>
                </a:path>
              </a:pathLst>
            </a:custGeom>
            <a:solidFill>
              <a:srgbClr val="A02B93"/>
            </a:solidFill>
            <a:ln cap="flat">
              <a:noFill/>
              <a:prstDash val="solid"/>
            </a:ln>
          </p:spPr>
          <p:txBody>
            <a:bodyPr lIns="0" tIns="0" rIns="0" bIns="0"/>
            <a:lstStyle/>
            <a:p>
              <a:endParaRPr lang="fr-TN"/>
            </a:p>
          </p:txBody>
        </p:sp>
        <p:sp>
          <p:nvSpPr>
            <p:cNvPr id="4" name="Forme libre 3">
              <a:extLst>
                <a:ext uri="{FF2B5EF4-FFF2-40B4-BE49-F238E27FC236}">
                  <a16:creationId xmlns:a16="http://schemas.microsoft.com/office/drawing/2014/main" id="{DFE7A540-366A-62B8-C9C9-6FE72A8B6742}"/>
                </a:ext>
              </a:extLst>
            </p:cNvPr>
            <p:cNvSpPr/>
            <p:nvPr/>
          </p:nvSpPr>
          <p:spPr>
            <a:xfrm>
              <a:off x="2060371" y="1600373"/>
              <a:ext cx="4017718" cy="4017718"/>
            </a:xfrm>
            <a:custGeom>
              <a:avLst>
                <a:gd name="f13" fmla="val 0"/>
                <a:gd name="f14" fmla="val 90"/>
                <a:gd name="f15" fmla="val 4642"/>
              </a:avLst>
              <a:gdLst>
                <a:gd name="f3" fmla="val 10800000"/>
                <a:gd name="f4" fmla="val 5400000"/>
                <a:gd name="f5" fmla="val 16200000"/>
                <a:gd name="f6" fmla="val 180"/>
                <a:gd name="f7" fmla="val w"/>
                <a:gd name="f8" fmla="val h"/>
                <a:gd name="f9" fmla="val ss"/>
                <a:gd name="f10" fmla="val 0"/>
                <a:gd name="f11" fmla="*/ 5419351 1 1725033"/>
                <a:gd name="f12" fmla="+- 0 0 1"/>
                <a:gd name="f13" fmla="val 0"/>
                <a:gd name="f14" fmla="val 90"/>
                <a:gd name="f15" fmla="val 4642"/>
                <a:gd name="f16" fmla="+- 0 0 -90"/>
                <a:gd name="f17" fmla="+- 0 0 -360"/>
                <a:gd name="f18" fmla="+- 0 0 -225"/>
                <a:gd name="f19" fmla="abs f7"/>
                <a:gd name="f20" fmla="abs f8"/>
                <a:gd name="f21" fmla="abs f9"/>
                <a:gd name="f22" fmla="val f10"/>
                <a:gd name="f23" fmla="val f15"/>
                <a:gd name="f24" fmla="+- 0 0 f13"/>
                <a:gd name="f25" fmla="+- 0 0 f14"/>
                <a:gd name="f26" fmla="*/ f16 f3 1"/>
                <a:gd name="f27" fmla="*/ f17 f3 1"/>
                <a:gd name="f28" fmla="*/ f18 f3 1"/>
                <a:gd name="f29" fmla="?: f19 f7 1"/>
                <a:gd name="f30" fmla="?: f20 f8 1"/>
                <a:gd name="f31" fmla="?: f21 f9 1"/>
                <a:gd name="f32" fmla="*/ f24 f3 1"/>
                <a:gd name="f33" fmla="*/ f25 f3 1"/>
                <a:gd name="f34" fmla="*/ f26 1 f6"/>
                <a:gd name="f35" fmla="*/ f27 1 f6"/>
                <a:gd name="f36" fmla="*/ f28 1 f6"/>
                <a:gd name="f37" fmla="*/ f29 1 21600"/>
                <a:gd name="f38" fmla="*/ f30 1 21600"/>
                <a:gd name="f39" fmla="*/ 21600 f29 1"/>
                <a:gd name="f40" fmla="*/ 21600 f30 1"/>
                <a:gd name="f41" fmla="*/ f32 1 f6"/>
                <a:gd name="f42" fmla="*/ f33 1 f6"/>
                <a:gd name="f43" fmla="+- f34 0 f4"/>
                <a:gd name="f44" fmla="+- f35 0 f4"/>
                <a:gd name="f45" fmla="+- f36 0 f4"/>
                <a:gd name="f46" fmla="min f38 f37"/>
                <a:gd name="f47" fmla="*/ f39 1 f31"/>
                <a:gd name="f48" fmla="*/ f40 1 f31"/>
                <a:gd name="f49" fmla="+- f41 0 f4"/>
                <a:gd name="f50" fmla="+- f42 0 f4"/>
                <a:gd name="f51" fmla="val f47"/>
                <a:gd name="f52" fmla="val f48"/>
                <a:gd name="f53" fmla="+- 0 0 f49"/>
                <a:gd name="f54" fmla="+- 0 0 f50"/>
                <a:gd name="f55" fmla="+- f52 0 f22"/>
                <a:gd name="f56" fmla="+- f51 0 f22"/>
                <a:gd name="f57" fmla="val f53"/>
                <a:gd name="f58" fmla="val f54"/>
                <a:gd name="f59" fmla="*/ f55 1 2"/>
                <a:gd name="f60" fmla="*/ f56 1 2"/>
                <a:gd name="f61" fmla="min f56 f55"/>
                <a:gd name="f62" fmla="+- f58 0 f57"/>
                <a:gd name="f63" fmla="+- f57 f4 0"/>
                <a:gd name="f64" fmla="+- f58 f4 0"/>
                <a:gd name="f65" fmla="+- 21600000 0 f57"/>
                <a:gd name="f66" fmla="+- f4 0 f57"/>
                <a:gd name="f67" fmla="+- 27000000 0 f57"/>
                <a:gd name="f68" fmla="+- f3 0 f57"/>
                <a:gd name="f69" fmla="+- 32400000 0 f57"/>
                <a:gd name="f70" fmla="+- f5 0 f57"/>
                <a:gd name="f71" fmla="+- 37800000 0 f57"/>
                <a:gd name="f72" fmla="+- f22 f59 0"/>
                <a:gd name="f73" fmla="+- f22 f60 0"/>
                <a:gd name="f74" fmla="+- f62 21600000 0"/>
                <a:gd name="f75" fmla="*/ f63 f11 1"/>
                <a:gd name="f76" fmla="*/ f64 f11 1"/>
                <a:gd name="f77" fmla="*/ f61 f23 1"/>
                <a:gd name="f78" fmla="?: f66 f66 f67"/>
                <a:gd name="f79" fmla="?: f68 f68 f69"/>
                <a:gd name="f80" fmla="?: f70 f70 f71"/>
                <a:gd name="f81" fmla="*/ f60 f46 1"/>
                <a:gd name="f82" fmla="*/ f59 f46 1"/>
                <a:gd name="f83" fmla="?: f62 f62 f74"/>
                <a:gd name="f84" fmla="*/ f75 1 f3"/>
                <a:gd name="f85" fmla="*/ f76 1 f3"/>
                <a:gd name="f86" fmla="*/ f77 1 100000"/>
                <a:gd name="f87" fmla="*/ f73 f46 1"/>
                <a:gd name="f88" fmla="*/ f72 f46 1"/>
                <a:gd name="f89" fmla="+- 0 0 f83"/>
                <a:gd name="f90" fmla="+- 0 0 f84"/>
                <a:gd name="f91" fmla="+- 0 0 f85"/>
                <a:gd name="f92" fmla="+- f60 0 f86"/>
                <a:gd name="f93" fmla="+- f59 0 f86"/>
                <a:gd name="f94" fmla="+- f83 0 f65"/>
                <a:gd name="f95" fmla="+- f83 0 f78"/>
                <a:gd name="f96" fmla="+- f83 0 f79"/>
                <a:gd name="f97" fmla="+- f83 0 f80"/>
                <a:gd name="f98" fmla="+- 0 0 f90"/>
                <a:gd name="f99" fmla="+- 0 0 f91"/>
                <a:gd name="f100" fmla="*/ f92 f46 1"/>
                <a:gd name="f101" fmla="*/ f93 f46 1"/>
                <a:gd name="f102" fmla="*/ f98 f3 1"/>
                <a:gd name="f103" fmla="*/ f99 f3 1"/>
                <a:gd name="f104" fmla="*/ f102 1 f11"/>
                <a:gd name="f105" fmla="*/ f103 1 f11"/>
                <a:gd name="f106" fmla="+- f104 0 f4"/>
                <a:gd name="f107" fmla="+- f105 0 f4"/>
                <a:gd name="f108" fmla="sin 1 f106"/>
                <a:gd name="f109" fmla="cos 1 f106"/>
                <a:gd name="f110" fmla="sin 1 f107"/>
                <a:gd name="f111" fmla="cos 1 f107"/>
                <a:gd name="f112" fmla="+- 0 0 f108"/>
                <a:gd name="f113" fmla="+- 0 0 f109"/>
                <a:gd name="f114" fmla="+- 0 0 f110"/>
                <a:gd name="f115" fmla="+- 0 0 f111"/>
                <a:gd name="f116" fmla="+- 0 0 f112"/>
                <a:gd name="f117" fmla="+- 0 0 f113"/>
                <a:gd name="f118" fmla="+- 0 0 f114"/>
                <a:gd name="f119" fmla="+- 0 0 f115"/>
                <a:gd name="f120" fmla="*/ f116 f60 1"/>
                <a:gd name="f121" fmla="*/ f117 f59 1"/>
                <a:gd name="f122" fmla="*/ f118 f60 1"/>
                <a:gd name="f123" fmla="*/ f119 f59 1"/>
                <a:gd name="f124" fmla="*/ f118 f92 1"/>
                <a:gd name="f125" fmla="*/ f119 f93 1"/>
                <a:gd name="f126" fmla="*/ f116 f92 1"/>
                <a:gd name="f127" fmla="*/ f117 f93 1"/>
                <a:gd name="f128" fmla="+- 0 0 f121"/>
                <a:gd name="f129" fmla="+- 0 0 f120"/>
                <a:gd name="f130" fmla="+- 0 0 f123"/>
                <a:gd name="f131" fmla="+- 0 0 f122"/>
                <a:gd name="f132" fmla="+- 0 0 f125"/>
                <a:gd name="f133" fmla="+- 0 0 f124"/>
                <a:gd name="f134" fmla="+- 0 0 f127"/>
                <a:gd name="f135" fmla="+- 0 0 f126"/>
                <a:gd name="f136" fmla="+- 0 0 f128"/>
                <a:gd name="f137" fmla="+- 0 0 f129"/>
                <a:gd name="f138" fmla="+- 0 0 f130"/>
                <a:gd name="f139" fmla="+- 0 0 f131"/>
                <a:gd name="f140" fmla="+- 0 0 f132"/>
                <a:gd name="f141" fmla="+- 0 0 f133"/>
                <a:gd name="f142" fmla="+- 0 0 f134"/>
                <a:gd name="f143" fmla="+- 0 0 f135"/>
                <a:gd name="f144" fmla="at2 f136 f137"/>
                <a:gd name="f145" fmla="at2 f138 f139"/>
                <a:gd name="f146" fmla="at2 f140 f141"/>
                <a:gd name="f147" fmla="at2 f142 f143"/>
                <a:gd name="f148" fmla="+- f144 f4 0"/>
                <a:gd name="f149" fmla="+- f145 f4 0"/>
                <a:gd name="f150" fmla="+- f146 f4 0"/>
                <a:gd name="f151" fmla="+- f147 f4 0"/>
                <a:gd name="f152" fmla="*/ f148 f11 1"/>
                <a:gd name="f153" fmla="*/ f149 f11 1"/>
                <a:gd name="f154" fmla="*/ f150 f11 1"/>
                <a:gd name="f155" fmla="*/ f151 f11 1"/>
                <a:gd name="f156" fmla="*/ f152 1 f3"/>
                <a:gd name="f157" fmla="*/ f153 1 f3"/>
                <a:gd name="f158" fmla="*/ f154 1 f3"/>
                <a:gd name="f159" fmla="*/ f155 1 f3"/>
                <a:gd name="f160" fmla="+- 0 0 f156"/>
                <a:gd name="f161" fmla="+- 0 0 f157"/>
                <a:gd name="f162" fmla="+- 0 0 f158"/>
                <a:gd name="f163" fmla="+- 0 0 f159"/>
                <a:gd name="f164" fmla="val f160"/>
                <a:gd name="f165" fmla="val f161"/>
                <a:gd name="f166" fmla="val f162"/>
                <a:gd name="f167" fmla="val f163"/>
                <a:gd name="f168" fmla="+- 0 0 f164"/>
                <a:gd name="f169" fmla="+- 0 0 f165"/>
                <a:gd name="f170" fmla="+- 0 0 f166"/>
                <a:gd name="f171" fmla="+- 0 0 f167"/>
                <a:gd name="f172" fmla="*/ f168 f3 1"/>
                <a:gd name="f173" fmla="*/ f169 f3 1"/>
                <a:gd name="f174" fmla="*/ f170 f3 1"/>
                <a:gd name="f175" fmla="*/ f171 f3 1"/>
                <a:gd name="f176" fmla="*/ f172 1 f11"/>
                <a:gd name="f177" fmla="*/ f173 1 f11"/>
                <a:gd name="f178" fmla="*/ f174 1 f11"/>
                <a:gd name="f179" fmla="*/ f175 1 f11"/>
                <a:gd name="f180" fmla="+- f176 0 f4"/>
                <a:gd name="f181" fmla="+- f177 0 f4"/>
                <a:gd name="f182" fmla="+- f178 0 f4"/>
                <a:gd name="f183" fmla="+- f179 0 f4"/>
                <a:gd name="f184" fmla="cos 1 f180"/>
                <a:gd name="f185" fmla="sin 1 f180"/>
                <a:gd name="f186" fmla="cos 1 f181"/>
                <a:gd name="f187" fmla="sin 1 f181"/>
                <a:gd name="f188" fmla="cos 1 f182"/>
                <a:gd name="f189" fmla="sin 1 f182"/>
                <a:gd name="f190" fmla="cos 1 f183"/>
                <a:gd name="f191" fmla="sin 1 f183"/>
                <a:gd name="f192" fmla="+- 0 0 f184"/>
                <a:gd name="f193" fmla="+- 0 0 f185"/>
                <a:gd name="f194" fmla="+- 0 0 f186"/>
                <a:gd name="f195" fmla="+- 0 0 f187"/>
                <a:gd name="f196" fmla="+- 0 0 f188"/>
                <a:gd name="f197" fmla="+- 0 0 f189"/>
                <a:gd name="f198" fmla="+- 0 0 f190"/>
                <a:gd name="f199" fmla="+- 0 0 f191"/>
                <a:gd name="f200" fmla="*/ f12 f192 1"/>
                <a:gd name="f201" fmla="*/ f12 f193 1"/>
                <a:gd name="f202" fmla="*/ f12 f194 1"/>
                <a:gd name="f203" fmla="*/ f12 f195 1"/>
                <a:gd name="f204" fmla="*/ f12 f196 1"/>
                <a:gd name="f205" fmla="*/ f12 f197 1"/>
                <a:gd name="f206" fmla="*/ f12 f198 1"/>
                <a:gd name="f207" fmla="*/ f12 f199 1"/>
                <a:gd name="f208" fmla="*/ f200 f60 1"/>
                <a:gd name="f209" fmla="*/ f201 f59 1"/>
                <a:gd name="f210" fmla="*/ f202 f60 1"/>
                <a:gd name="f211" fmla="*/ f203 f59 1"/>
                <a:gd name="f212" fmla="*/ f204 f92 1"/>
                <a:gd name="f213" fmla="*/ f205 f93 1"/>
                <a:gd name="f214" fmla="*/ f206 f92 1"/>
                <a:gd name="f215" fmla="*/ f207 f93 1"/>
                <a:gd name="f216" fmla="+- f73 f208 0"/>
                <a:gd name="f217" fmla="+- f72 f209 0"/>
                <a:gd name="f218" fmla="+- f73 f210 0"/>
                <a:gd name="f219" fmla="+- f72 f211 0"/>
                <a:gd name="f220" fmla="+- f73 f212 0"/>
                <a:gd name="f221" fmla="+- f72 f213 0"/>
                <a:gd name="f222" fmla="+- f73 f214 0"/>
                <a:gd name="f223" fmla="+- f72 f215 0"/>
                <a:gd name="f224" fmla="max f216 f220"/>
                <a:gd name="f225" fmla="max f218 f222"/>
                <a:gd name="f226" fmla="max f217 f221"/>
                <a:gd name="f227" fmla="max f219 f223"/>
                <a:gd name="f228" fmla="min f216 f220"/>
                <a:gd name="f229" fmla="min f218 f222"/>
                <a:gd name="f230" fmla="min f217 f221"/>
                <a:gd name="f231" fmla="min f219 f223"/>
                <a:gd name="f232" fmla="+- f216 f222 0"/>
                <a:gd name="f233" fmla="+- f217 f223 0"/>
                <a:gd name="f234" fmla="+- f218 f220 0"/>
                <a:gd name="f235" fmla="+- f219 f221 0"/>
                <a:gd name="f236" fmla="*/ f216 f46 1"/>
                <a:gd name="f237" fmla="*/ f217 f46 1"/>
                <a:gd name="f238" fmla="*/ f220 f46 1"/>
                <a:gd name="f239" fmla="*/ f221 f46 1"/>
                <a:gd name="f240" fmla="max f224 f225"/>
                <a:gd name="f241" fmla="max f226 f227"/>
                <a:gd name="f242" fmla="min f228 f229"/>
                <a:gd name="f243" fmla="min f230 f231"/>
                <a:gd name="f244" fmla="*/ f232 1 2"/>
                <a:gd name="f245" fmla="*/ f233 1 2"/>
                <a:gd name="f246" fmla="*/ f234 1 2"/>
                <a:gd name="f247" fmla="*/ f235 1 2"/>
                <a:gd name="f248" fmla="?: f94 f51 f240"/>
                <a:gd name="f249" fmla="?: f95 f52 f241"/>
                <a:gd name="f250" fmla="?: f96 f22 f242"/>
                <a:gd name="f251" fmla="?: f97 f22 f243"/>
                <a:gd name="f252" fmla="*/ f244 f46 1"/>
                <a:gd name="f253" fmla="*/ f245 f46 1"/>
                <a:gd name="f254" fmla="*/ f246 f46 1"/>
                <a:gd name="f255" fmla="*/ f247 f46 1"/>
                <a:gd name="f256" fmla="*/ f250 f46 1"/>
                <a:gd name="f257" fmla="*/ f251 f46 1"/>
                <a:gd name="f258" fmla="*/ f248 f46 1"/>
                <a:gd name="f259" fmla="*/ f249 f4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3">
                  <a:pos x="f252" y="f253"/>
                </a:cxn>
                <a:cxn ang="f44">
                  <a:pos x="f254" y="f255"/>
                </a:cxn>
                <a:cxn ang="f45">
                  <a:pos x="f87" y="f88"/>
                </a:cxn>
              </a:cxnLst>
              <a:rect l="f256" t="f257" r="f258" b="f259"/>
              <a:pathLst>
                <a:path>
                  <a:moveTo>
                    <a:pt x="f236" y="f237"/>
                  </a:moveTo>
                  <a:arcTo wR="f81" hR="f82" stAng="f57" swAng="f83"/>
                  <a:lnTo>
                    <a:pt x="f238" y="f239"/>
                  </a:lnTo>
                  <a:arcTo wR="f100" hR="f101" stAng="f58" swAng="f89"/>
                  <a:close/>
                </a:path>
              </a:pathLst>
            </a:custGeom>
            <a:solidFill>
              <a:srgbClr val="0F9ED5"/>
            </a:solidFill>
            <a:ln cap="flat">
              <a:noFill/>
              <a:prstDash val="solid"/>
            </a:ln>
          </p:spPr>
          <p:txBody>
            <a:bodyPr lIns="0" tIns="0" rIns="0" bIns="0"/>
            <a:lstStyle/>
            <a:p>
              <a:endParaRPr lang="fr-TN"/>
            </a:p>
          </p:txBody>
        </p:sp>
        <p:sp>
          <p:nvSpPr>
            <p:cNvPr id="5" name="Forme libre 4">
              <a:extLst>
                <a:ext uri="{FF2B5EF4-FFF2-40B4-BE49-F238E27FC236}">
                  <a16:creationId xmlns:a16="http://schemas.microsoft.com/office/drawing/2014/main" id="{5F53B4BB-3708-DA27-0AB8-EEAC5409EF65}"/>
                </a:ext>
              </a:extLst>
            </p:cNvPr>
            <p:cNvSpPr/>
            <p:nvPr/>
          </p:nvSpPr>
          <p:spPr>
            <a:xfrm>
              <a:off x="2060371" y="1600373"/>
              <a:ext cx="4017718" cy="4017718"/>
            </a:xfrm>
            <a:custGeom>
              <a:avLst>
                <a:gd name="f13" fmla="val 270"/>
                <a:gd name="f14" fmla="val 0"/>
                <a:gd name="f15" fmla="val 4642"/>
              </a:avLst>
              <a:gdLst>
                <a:gd name="f3" fmla="val 10800000"/>
                <a:gd name="f4" fmla="val 5400000"/>
                <a:gd name="f5" fmla="val 16200000"/>
                <a:gd name="f6" fmla="val 180"/>
                <a:gd name="f7" fmla="val w"/>
                <a:gd name="f8" fmla="val h"/>
                <a:gd name="f9" fmla="val ss"/>
                <a:gd name="f10" fmla="val 0"/>
                <a:gd name="f11" fmla="*/ 5419351 1 1725033"/>
                <a:gd name="f12" fmla="+- 0 0 1"/>
                <a:gd name="f13" fmla="val 270"/>
                <a:gd name="f14" fmla="val 0"/>
                <a:gd name="f15" fmla="val 4642"/>
                <a:gd name="f16" fmla="+- 0 0 0"/>
                <a:gd name="f17" fmla="+- 0 0 -270"/>
                <a:gd name="f18" fmla="+- 0 0 -135"/>
                <a:gd name="f19" fmla="abs f7"/>
                <a:gd name="f20" fmla="abs f8"/>
                <a:gd name="f21" fmla="abs f9"/>
                <a:gd name="f22" fmla="val f10"/>
                <a:gd name="f23" fmla="val f15"/>
                <a:gd name="f24" fmla="+- 0 0 f13"/>
                <a:gd name="f25" fmla="+- 0 0 f14"/>
                <a:gd name="f26" fmla="*/ f16 f3 1"/>
                <a:gd name="f27" fmla="*/ f17 f3 1"/>
                <a:gd name="f28" fmla="*/ f18 f3 1"/>
                <a:gd name="f29" fmla="?: f19 f7 1"/>
                <a:gd name="f30" fmla="?: f20 f8 1"/>
                <a:gd name="f31" fmla="?: f21 f9 1"/>
                <a:gd name="f32" fmla="*/ f24 f3 1"/>
                <a:gd name="f33" fmla="*/ f25 f3 1"/>
                <a:gd name="f34" fmla="*/ f26 1 f6"/>
                <a:gd name="f35" fmla="*/ f27 1 f6"/>
                <a:gd name="f36" fmla="*/ f28 1 f6"/>
                <a:gd name="f37" fmla="*/ f29 1 21600"/>
                <a:gd name="f38" fmla="*/ f30 1 21600"/>
                <a:gd name="f39" fmla="*/ 21600 f29 1"/>
                <a:gd name="f40" fmla="*/ 21600 f30 1"/>
                <a:gd name="f41" fmla="*/ f32 1 f6"/>
                <a:gd name="f42" fmla="*/ f33 1 f6"/>
                <a:gd name="f43" fmla="+- f34 0 f4"/>
                <a:gd name="f44" fmla="+- f35 0 f4"/>
                <a:gd name="f45" fmla="+- f36 0 f4"/>
                <a:gd name="f46" fmla="min f38 f37"/>
                <a:gd name="f47" fmla="*/ f39 1 f31"/>
                <a:gd name="f48" fmla="*/ f40 1 f31"/>
                <a:gd name="f49" fmla="+- f41 0 f4"/>
                <a:gd name="f50" fmla="+- f42 0 f4"/>
                <a:gd name="f51" fmla="val f47"/>
                <a:gd name="f52" fmla="val f48"/>
                <a:gd name="f53" fmla="+- 0 0 f49"/>
                <a:gd name="f54" fmla="+- 0 0 f50"/>
                <a:gd name="f55" fmla="+- f52 0 f22"/>
                <a:gd name="f56" fmla="+- f51 0 f22"/>
                <a:gd name="f57" fmla="val f53"/>
                <a:gd name="f58" fmla="val f54"/>
                <a:gd name="f59" fmla="*/ f55 1 2"/>
                <a:gd name="f60" fmla="*/ f56 1 2"/>
                <a:gd name="f61" fmla="min f56 f55"/>
                <a:gd name="f62" fmla="+- f58 0 f57"/>
                <a:gd name="f63" fmla="+- f57 f4 0"/>
                <a:gd name="f64" fmla="+- f58 f4 0"/>
                <a:gd name="f65" fmla="+- 21600000 0 f57"/>
                <a:gd name="f66" fmla="+- f4 0 f57"/>
                <a:gd name="f67" fmla="+- 27000000 0 f57"/>
                <a:gd name="f68" fmla="+- f3 0 f57"/>
                <a:gd name="f69" fmla="+- 32400000 0 f57"/>
                <a:gd name="f70" fmla="+- f5 0 f57"/>
                <a:gd name="f71" fmla="+- 37800000 0 f57"/>
                <a:gd name="f72" fmla="+- f22 f59 0"/>
                <a:gd name="f73" fmla="+- f22 f60 0"/>
                <a:gd name="f74" fmla="+- f62 21600000 0"/>
                <a:gd name="f75" fmla="*/ f63 f11 1"/>
                <a:gd name="f76" fmla="*/ f64 f11 1"/>
                <a:gd name="f77" fmla="*/ f61 f23 1"/>
                <a:gd name="f78" fmla="?: f66 f66 f67"/>
                <a:gd name="f79" fmla="?: f68 f68 f69"/>
                <a:gd name="f80" fmla="?: f70 f70 f71"/>
                <a:gd name="f81" fmla="*/ f60 f46 1"/>
                <a:gd name="f82" fmla="*/ f59 f46 1"/>
                <a:gd name="f83" fmla="?: f62 f62 f74"/>
                <a:gd name="f84" fmla="*/ f75 1 f3"/>
                <a:gd name="f85" fmla="*/ f76 1 f3"/>
                <a:gd name="f86" fmla="*/ f77 1 100000"/>
                <a:gd name="f87" fmla="*/ f73 f46 1"/>
                <a:gd name="f88" fmla="*/ f72 f46 1"/>
                <a:gd name="f89" fmla="+- 0 0 f83"/>
                <a:gd name="f90" fmla="+- 0 0 f84"/>
                <a:gd name="f91" fmla="+- 0 0 f85"/>
                <a:gd name="f92" fmla="+- f60 0 f86"/>
                <a:gd name="f93" fmla="+- f59 0 f86"/>
                <a:gd name="f94" fmla="+- f83 0 f65"/>
                <a:gd name="f95" fmla="+- f83 0 f78"/>
                <a:gd name="f96" fmla="+- f83 0 f79"/>
                <a:gd name="f97" fmla="+- f83 0 f80"/>
                <a:gd name="f98" fmla="+- 0 0 f90"/>
                <a:gd name="f99" fmla="+- 0 0 f91"/>
                <a:gd name="f100" fmla="*/ f92 f46 1"/>
                <a:gd name="f101" fmla="*/ f93 f46 1"/>
                <a:gd name="f102" fmla="*/ f98 f3 1"/>
                <a:gd name="f103" fmla="*/ f99 f3 1"/>
                <a:gd name="f104" fmla="*/ f102 1 f11"/>
                <a:gd name="f105" fmla="*/ f103 1 f11"/>
                <a:gd name="f106" fmla="+- f104 0 f4"/>
                <a:gd name="f107" fmla="+- f105 0 f4"/>
                <a:gd name="f108" fmla="sin 1 f106"/>
                <a:gd name="f109" fmla="cos 1 f106"/>
                <a:gd name="f110" fmla="sin 1 f107"/>
                <a:gd name="f111" fmla="cos 1 f107"/>
                <a:gd name="f112" fmla="+- 0 0 f108"/>
                <a:gd name="f113" fmla="+- 0 0 f109"/>
                <a:gd name="f114" fmla="+- 0 0 f110"/>
                <a:gd name="f115" fmla="+- 0 0 f111"/>
                <a:gd name="f116" fmla="+- 0 0 f112"/>
                <a:gd name="f117" fmla="+- 0 0 f113"/>
                <a:gd name="f118" fmla="+- 0 0 f114"/>
                <a:gd name="f119" fmla="+- 0 0 f115"/>
                <a:gd name="f120" fmla="*/ f116 f60 1"/>
                <a:gd name="f121" fmla="*/ f117 f59 1"/>
                <a:gd name="f122" fmla="*/ f118 f60 1"/>
                <a:gd name="f123" fmla="*/ f119 f59 1"/>
                <a:gd name="f124" fmla="*/ f118 f92 1"/>
                <a:gd name="f125" fmla="*/ f119 f93 1"/>
                <a:gd name="f126" fmla="*/ f116 f92 1"/>
                <a:gd name="f127" fmla="*/ f117 f93 1"/>
                <a:gd name="f128" fmla="+- 0 0 f121"/>
                <a:gd name="f129" fmla="+- 0 0 f120"/>
                <a:gd name="f130" fmla="+- 0 0 f123"/>
                <a:gd name="f131" fmla="+- 0 0 f122"/>
                <a:gd name="f132" fmla="+- 0 0 f125"/>
                <a:gd name="f133" fmla="+- 0 0 f124"/>
                <a:gd name="f134" fmla="+- 0 0 f127"/>
                <a:gd name="f135" fmla="+- 0 0 f126"/>
                <a:gd name="f136" fmla="+- 0 0 f128"/>
                <a:gd name="f137" fmla="+- 0 0 f129"/>
                <a:gd name="f138" fmla="+- 0 0 f130"/>
                <a:gd name="f139" fmla="+- 0 0 f131"/>
                <a:gd name="f140" fmla="+- 0 0 f132"/>
                <a:gd name="f141" fmla="+- 0 0 f133"/>
                <a:gd name="f142" fmla="+- 0 0 f134"/>
                <a:gd name="f143" fmla="+- 0 0 f135"/>
                <a:gd name="f144" fmla="at2 f136 f137"/>
                <a:gd name="f145" fmla="at2 f138 f139"/>
                <a:gd name="f146" fmla="at2 f140 f141"/>
                <a:gd name="f147" fmla="at2 f142 f143"/>
                <a:gd name="f148" fmla="+- f144 f4 0"/>
                <a:gd name="f149" fmla="+- f145 f4 0"/>
                <a:gd name="f150" fmla="+- f146 f4 0"/>
                <a:gd name="f151" fmla="+- f147 f4 0"/>
                <a:gd name="f152" fmla="*/ f148 f11 1"/>
                <a:gd name="f153" fmla="*/ f149 f11 1"/>
                <a:gd name="f154" fmla="*/ f150 f11 1"/>
                <a:gd name="f155" fmla="*/ f151 f11 1"/>
                <a:gd name="f156" fmla="*/ f152 1 f3"/>
                <a:gd name="f157" fmla="*/ f153 1 f3"/>
                <a:gd name="f158" fmla="*/ f154 1 f3"/>
                <a:gd name="f159" fmla="*/ f155 1 f3"/>
                <a:gd name="f160" fmla="+- 0 0 f156"/>
                <a:gd name="f161" fmla="+- 0 0 f157"/>
                <a:gd name="f162" fmla="+- 0 0 f158"/>
                <a:gd name="f163" fmla="+- 0 0 f159"/>
                <a:gd name="f164" fmla="val f160"/>
                <a:gd name="f165" fmla="val f161"/>
                <a:gd name="f166" fmla="val f162"/>
                <a:gd name="f167" fmla="val f163"/>
                <a:gd name="f168" fmla="+- 0 0 f164"/>
                <a:gd name="f169" fmla="+- 0 0 f165"/>
                <a:gd name="f170" fmla="+- 0 0 f166"/>
                <a:gd name="f171" fmla="+- 0 0 f167"/>
                <a:gd name="f172" fmla="*/ f168 f3 1"/>
                <a:gd name="f173" fmla="*/ f169 f3 1"/>
                <a:gd name="f174" fmla="*/ f170 f3 1"/>
                <a:gd name="f175" fmla="*/ f171 f3 1"/>
                <a:gd name="f176" fmla="*/ f172 1 f11"/>
                <a:gd name="f177" fmla="*/ f173 1 f11"/>
                <a:gd name="f178" fmla="*/ f174 1 f11"/>
                <a:gd name="f179" fmla="*/ f175 1 f11"/>
                <a:gd name="f180" fmla="+- f176 0 f4"/>
                <a:gd name="f181" fmla="+- f177 0 f4"/>
                <a:gd name="f182" fmla="+- f178 0 f4"/>
                <a:gd name="f183" fmla="+- f179 0 f4"/>
                <a:gd name="f184" fmla="cos 1 f180"/>
                <a:gd name="f185" fmla="sin 1 f180"/>
                <a:gd name="f186" fmla="cos 1 f181"/>
                <a:gd name="f187" fmla="sin 1 f181"/>
                <a:gd name="f188" fmla="cos 1 f182"/>
                <a:gd name="f189" fmla="sin 1 f182"/>
                <a:gd name="f190" fmla="cos 1 f183"/>
                <a:gd name="f191" fmla="sin 1 f183"/>
                <a:gd name="f192" fmla="+- 0 0 f184"/>
                <a:gd name="f193" fmla="+- 0 0 f185"/>
                <a:gd name="f194" fmla="+- 0 0 f186"/>
                <a:gd name="f195" fmla="+- 0 0 f187"/>
                <a:gd name="f196" fmla="+- 0 0 f188"/>
                <a:gd name="f197" fmla="+- 0 0 f189"/>
                <a:gd name="f198" fmla="+- 0 0 f190"/>
                <a:gd name="f199" fmla="+- 0 0 f191"/>
                <a:gd name="f200" fmla="*/ f12 f192 1"/>
                <a:gd name="f201" fmla="*/ f12 f193 1"/>
                <a:gd name="f202" fmla="*/ f12 f194 1"/>
                <a:gd name="f203" fmla="*/ f12 f195 1"/>
                <a:gd name="f204" fmla="*/ f12 f196 1"/>
                <a:gd name="f205" fmla="*/ f12 f197 1"/>
                <a:gd name="f206" fmla="*/ f12 f198 1"/>
                <a:gd name="f207" fmla="*/ f12 f199 1"/>
                <a:gd name="f208" fmla="*/ f200 f60 1"/>
                <a:gd name="f209" fmla="*/ f201 f59 1"/>
                <a:gd name="f210" fmla="*/ f202 f60 1"/>
                <a:gd name="f211" fmla="*/ f203 f59 1"/>
                <a:gd name="f212" fmla="*/ f204 f92 1"/>
                <a:gd name="f213" fmla="*/ f205 f93 1"/>
                <a:gd name="f214" fmla="*/ f206 f92 1"/>
                <a:gd name="f215" fmla="*/ f207 f93 1"/>
                <a:gd name="f216" fmla="+- f73 f208 0"/>
                <a:gd name="f217" fmla="+- f72 f209 0"/>
                <a:gd name="f218" fmla="+- f73 f210 0"/>
                <a:gd name="f219" fmla="+- f72 f211 0"/>
                <a:gd name="f220" fmla="+- f73 f212 0"/>
                <a:gd name="f221" fmla="+- f72 f213 0"/>
                <a:gd name="f222" fmla="+- f73 f214 0"/>
                <a:gd name="f223" fmla="+- f72 f215 0"/>
                <a:gd name="f224" fmla="max f216 f220"/>
                <a:gd name="f225" fmla="max f218 f222"/>
                <a:gd name="f226" fmla="max f217 f221"/>
                <a:gd name="f227" fmla="max f219 f223"/>
                <a:gd name="f228" fmla="min f216 f220"/>
                <a:gd name="f229" fmla="min f218 f222"/>
                <a:gd name="f230" fmla="min f217 f221"/>
                <a:gd name="f231" fmla="min f219 f223"/>
                <a:gd name="f232" fmla="+- f216 f222 0"/>
                <a:gd name="f233" fmla="+- f217 f223 0"/>
                <a:gd name="f234" fmla="+- f218 f220 0"/>
                <a:gd name="f235" fmla="+- f219 f221 0"/>
                <a:gd name="f236" fmla="*/ f216 f46 1"/>
                <a:gd name="f237" fmla="*/ f217 f46 1"/>
                <a:gd name="f238" fmla="*/ f220 f46 1"/>
                <a:gd name="f239" fmla="*/ f221 f46 1"/>
                <a:gd name="f240" fmla="max f224 f225"/>
                <a:gd name="f241" fmla="max f226 f227"/>
                <a:gd name="f242" fmla="min f228 f229"/>
                <a:gd name="f243" fmla="min f230 f231"/>
                <a:gd name="f244" fmla="*/ f232 1 2"/>
                <a:gd name="f245" fmla="*/ f233 1 2"/>
                <a:gd name="f246" fmla="*/ f234 1 2"/>
                <a:gd name="f247" fmla="*/ f235 1 2"/>
                <a:gd name="f248" fmla="?: f94 f51 f240"/>
                <a:gd name="f249" fmla="?: f95 f52 f241"/>
                <a:gd name="f250" fmla="?: f96 f22 f242"/>
                <a:gd name="f251" fmla="?: f97 f22 f243"/>
                <a:gd name="f252" fmla="*/ f244 f46 1"/>
                <a:gd name="f253" fmla="*/ f245 f46 1"/>
                <a:gd name="f254" fmla="*/ f246 f46 1"/>
                <a:gd name="f255" fmla="*/ f247 f46 1"/>
                <a:gd name="f256" fmla="*/ f250 f46 1"/>
                <a:gd name="f257" fmla="*/ f251 f46 1"/>
                <a:gd name="f258" fmla="*/ f248 f46 1"/>
                <a:gd name="f259" fmla="*/ f249 f4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3">
                  <a:pos x="f252" y="f253"/>
                </a:cxn>
                <a:cxn ang="f44">
                  <a:pos x="f254" y="f255"/>
                </a:cxn>
                <a:cxn ang="f45">
                  <a:pos x="f87" y="f88"/>
                </a:cxn>
              </a:cxnLst>
              <a:rect l="f256" t="f257" r="f258" b="f259"/>
              <a:pathLst>
                <a:path>
                  <a:moveTo>
                    <a:pt x="f236" y="f237"/>
                  </a:moveTo>
                  <a:arcTo wR="f81" hR="f82" stAng="f57" swAng="f83"/>
                  <a:lnTo>
                    <a:pt x="f238" y="f239"/>
                  </a:lnTo>
                  <a:arcTo wR="f100" hR="f101" stAng="f58" swAng="f89"/>
                  <a:close/>
                </a:path>
              </a:pathLst>
            </a:custGeom>
            <a:solidFill>
              <a:srgbClr val="196B24"/>
            </a:solidFill>
            <a:ln cap="flat">
              <a:noFill/>
              <a:prstDash val="solid"/>
            </a:ln>
          </p:spPr>
          <p:txBody>
            <a:bodyPr lIns="0" tIns="0" rIns="0" bIns="0"/>
            <a:lstStyle/>
            <a:p>
              <a:endParaRPr lang="fr-TN"/>
            </a:p>
          </p:txBody>
        </p:sp>
        <p:sp>
          <p:nvSpPr>
            <p:cNvPr id="6" name="Forme libre 5">
              <a:extLst>
                <a:ext uri="{FF2B5EF4-FFF2-40B4-BE49-F238E27FC236}">
                  <a16:creationId xmlns:a16="http://schemas.microsoft.com/office/drawing/2014/main" id="{C007049D-F1E3-85E9-A88D-0EEA08AAA099}"/>
                </a:ext>
              </a:extLst>
            </p:cNvPr>
            <p:cNvSpPr/>
            <p:nvPr/>
          </p:nvSpPr>
          <p:spPr>
            <a:xfrm>
              <a:off x="2060371" y="1600373"/>
              <a:ext cx="4017718" cy="4017718"/>
            </a:xfrm>
            <a:custGeom>
              <a:avLst>
                <a:gd name="f13" fmla="val 180"/>
                <a:gd name="f14" fmla="val 270"/>
                <a:gd name="f15" fmla="val 4642"/>
              </a:avLst>
              <a:gdLst>
                <a:gd name="f3" fmla="val 10800000"/>
                <a:gd name="f4" fmla="val 5400000"/>
                <a:gd name="f5" fmla="val 16200000"/>
                <a:gd name="f6" fmla="val 180"/>
                <a:gd name="f7" fmla="val w"/>
                <a:gd name="f8" fmla="val h"/>
                <a:gd name="f9" fmla="val ss"/>
                <a:gd name="f10" fmla="val 0"/>
                <a:gd name="f11" fmla="*/ 5419351 1 1725033"/>
                <a:gd name="f12" fmla="+- 0 0 1"/>
                <a:gd name="f13" fmla="val 180"/>
                <a:gd name="f14" fmla="val 270"/>
                <a:gd name="f15" fmla="val 4642"/>
                <a:gd name="f16" fmla="+- 0 0 -270"/>
                <a:gd name="f17" fmla="+- 0 0 -180"/>
                <a:gd name="f18" fmla="+- 0 0 -225"/>
                <a:gd name="f19" fmla="abs f7"/>
                <a:gd name="f20" fmla="abs f8"/>
                <a:gd name="f21" fmla="abs f9"/>
                <a:gd name="f22" fmla="val f10"/>
                <a:gd name="f23" fmla="val f15"/>
                <a:gd name="f24" fmla="+- 0 0 f13"/>
                <a:gd name="f25" fmla="+- 0 0 f14"/>
                <a:gd name="f26" fmla="*/ f16 f3 1"/>
                <a:gd name="f27" fmla="*/ f17 f3 1"/>
                <a:gd name="f28" fmla="*/ f18 f3 1"/>
                <a:gd name="f29" fmla="?: f19 f7 1"/>
                <a:gd name="f30" fmla="?: f20 f8 1"/>
                <a:gd name="f31" fmla="?: f21 f9 1"/>
                <a:gd name="f32" fmla="*/ f24 f3 1"/>
                <a:gd name="f33" fmla="*/ f25 f3 1"/>
                <a:gd name="f34" fmla="*/ f26 1 f6"/>
                <a:gd name="f35" fmla="*/ f27 1 f6"/>
                <a:gd name="f36" fmla="*/ f28 1 f6"/>
                <a:gd name="f37" fmla="*/ f29 1 21600"/>
                <a:gd name="f38" fmla="*/ f30 1 21600"/>
                <a:gd name="f39" fmla="*/ 21600 f29 1"/>
                <a:gd name="f40" fmla="*/ 21600 f30 1"/>
                <a:gd name="f41" fmla="*/ f32 1 f6"/>
                <a:gd name="f42" fmla="*/ f33 1 f6"/>
                <a:gd name="f43" fmla="+- f34 0 f4"/>
                <a:gd name="f44" fmla="+- f35 0 f4"/>
                <a:gd name="f45" fmla="+- f36 0 f4"/>
                <a:gd name="f46" fmla="min f38 f37"/>
                <a:gd name="f47" fmla="*/ f39 1 f31"/>
                <a:gd name="f48" fmla="*/ f40 1 f31"/>
                <a:gd name="f49" fmla="+- f41 0 f4"/>
                <a:gd name="f50" fmla="+- f42 0 f4"/>
                <a:gd name="f51" fmla="val f47"/>
                <a:gd name="f52" fmla="val f48"/>
                <a:gd name="f53" fmla="+- 0 0 f49"/>
                <a:gd name="f54" fmla="+- 0 0 f50"/>
                <a:gd name="f55" fmla="+- f52 0 f22"/>
                <a:gd name="f56" fmla="+- f51 0 f22"/>
                <a:gd name="f57" fmla="val f53"/>
                <a:gd name="f58" fmla="val f54"/>
                <a:gd name="f59" fmla="*/ f55 1 2"/>
                <a:gd name="f60" fmla="*/ f56 1 2"/>
                <a:gd name="f61" fmla="min f56 f55"/>
                <a:gd name="f62" fmla="+- f58 0 f57"/>
                <a:gd name="f63" fmla="+- f57 f4 0"/>
                <a:gd name="f64" fmla="+- f58 f4 0"/>
                <a:gd name="f65" fmla="+- 21600000 0 f57"/>
                <a:gd name="f66" fmla="+- f4 0 f57"/>
                <a:gd name="f67" fmla="+- 27000000 0 f57"/>
                <a:gd name="f68" fmla="+- f3 0 f57"/>
                <a:gd name="f69" fmla="+- 32400000 0 f57"/>
                <a:gd name="f70" fmla="+- f5 0 f57"/>
                <a:gd name="f71" fmla="+- 37800000 0 f57"/>
                <a:gd name="f72" fmla="+- f22 f59 0"/>
                <a:gd name="f73" fmla="+- f22 f60 0"/>
                <a:gd name="f74" fmla="+- f62 21600000 0"/>
                <a:gd name="f75" fmla="*/ f63 f11 1"/>
                <a:gd name="f76" fmla="*/ f64 f11 1"/>
                <a:gd name="f77" fmla="*/ f61 f23 1"/>
                <a:gd name="f78" fmla="?: f66 f66 f67"/>
                <a:gd name="f79" fmla="?: f68 f68 f69"/>
                <a:gd name="f80" fmla="?: f70 f70 f71"/>
                <a:gd name="f81" fmla="*/ f60 f46 1"/>
                <a:gd name="f82" fmla="*/ f59 f46 1"/>
                <a:gd name="f83" fmla="?: f62 f62 f74"/>
                <a:gd name="f84" fmla="*/ f75 1 f3"/>
                <a:gd name="f85" fmla="*/ f76 1 f3"/>
                <a:gd name="f86" fmla="*/ f77 1 100000"/>
                <a:gd name="f87" fmla="*/ f73 f46 1"/>
                <a:gd name="f88" fmla="*/ f72 f46 1"/>
                <a:gd name="f89" fmla="+- 0 0 f83"/>
                <a:gd name="f90" fmla="+- 0 0 f84"/>
                <a:gd name="f91" fmla="+- 0 0 f85"/>
                <a:gd name="f92" fmla="+- f60 0 f86"/>
                <a:gd name="f93" fmla="+- f59 0 f86"/>
                <a:gd name="f94" fmla="+- f83 0 f65"/>
                <a:gd name="f95" fmla="+- f83 0 f78"/>
                <a:gd name="f96" fmla="+- f83 0 f79"/>
                <a:gd name="f97" fmla="+- f83 0 f80"/>
                <a:gd name="f98" fmla="+- 0 0 f90"/>
                <a:gd name="f99" fmla="+- 0 0 f91"/>
                <a:gd name="f100" fmla="*/ f92 f46 1"/>
                <a:gd name="f101" fmla="*/ f93 f46 1"/>
                <a:gd name="f102" fmla="*/ f98 f3 1"/>
                <a:gd name="f103" fmla="*/ f99 f3 1"/>
                <a:gd name="f104" fmla="*/ f102 1 f11"/>
                <a:gd name="f105" fmla="*/ f103 1 f11"/>
                <a:gd name="f106" fmla="+- f104 0 f4"/>
                <a:gd name="f107" fmla="+- f105 0 f4"/>
                <a:gd name="f108" fmla="sin 1 f106"/>
                <a:gd name="f109" fmla="cos 1 f106"/>
                <a:gd name="f110" fmla="sin 1 f107"/>
                <a:gd name="f111" fmla="cos 1 f107"/>
                <a:gd name="f112" fmla="+- 0 0 f108"/>
                <a:gd name="f113" fmla="+- 0 0 f109"/>
                <a:gd name="f114" fmla="+- 0 0 f110"/>
                <a:gd name="f115" fmla="+- 0 0 f111"/>
                <a:gd name="f116" fmla="+- 0 0 f112"/>
                <a:gd name="f117" fmla="+- 0 0 f113"/>
                <a:gd name="f118" fmla="+- 0 0 f114"/>
                <a:gd name="f119" fmla="+- 0 0 f115"/>
                <a:gd name="f120" fmla="*/ f116 f60 1"/>
                <a:gd name="f121" fmla="*/ f117 f59 1"/>
                <a:gd name="f122" fmla="*/ f118 f60 1"/>
                <a:gd name="f123" fmla="*/ f119 f59 1"/>
                <a:gd name="f124" fmla="*/ f118 f92 1"/>
                <a:gd name="f125" fmla="*/ f119 f93 1"/>
                <a:gd name="f126" fmla="*/ f116 f92 1"/>
                <a:gd name="f127" fmla="*/ f117 f93 1"/>
                <a:gd name="f128" fmla="+- 0 0 f121"/>
                <a:gd name="f129" fmla="+- 0 0 f120"/>
                <a:gd name="f130" fmla="+- 0 0 f123"/>
                <a:gd name="f131" fmla="+- 0 0 f122"/>
                <a:gd name="f132" fmla="+- 0 0 f125"/>
                <a:gd name="f133" fmla="+- 0 0 f124"/>
                <a:gd name="f134" fmla="+- 0 0 f127"/>
                <a:gd name="f135" fmla="+- 0 0 f126"/>
                <a:gd name="f136" fmla="+- 0 0 f128"/>
                <a:gd name="f137" fmla="+- 0 0 f129"/>
                <a:gd name="f138" fmla="+- 0 0 f130"/>
                <a:gd name="f139" fmla="+- 0 0 f131"/>
                <a:gd name="f140" fmla="+- 0 0 f132"/>
                <a:gd name="f141" fmla="+- 0 0 f133"/>
                <a:gd name="f142" fmla="+- 0 0 f134"/>
                <a:gd name="f143" fmla="+- 0 0 f135"/>
                <a:gd name="f144" fmla="at2 f136 f137"/>
                <a:gd name="f145" fmla="at2 f138 f139"/>
                <a:gd name="f146" fmla="at2 f140 f141"/>
                <a:gd name="f147" fmla="at2 f142 f143"/>
                <a:gd name="f148" fmla="+- f144 f4 0"/>
                <a:gd name="f149" fmla="+- f145 f4 0"/>
                <a:gd name="f150" fmla="+- f146 f4 0"/>
                <a:gd name="f151" fmla="+- f147 f4 0"/>
                <a:gd name="f152" fmla="*/ f148 f11 1"/>
                <a:gd name="f153" fmla="*/ f149 f11 1"/>
                <a:gd name="f154" fmla="*/ f150 f11 1"/>
                <a:gd name="f155" fmla="*/ f151 f11 1"/>
                <a:gd name="f156" fmla="*/ f152 1 f3"/>
                <a:gd name="f157" fmla="*/ f153 1 f3"/>
                <a:gd name="f158" fmla="*/ f154 1 f3"/>
                <a:gd name="f159" fmla="*/ f155 1 f3"/>
                <a:gd name="f160" fmla="+- 0 0 f156"/>
                <a:gd name="f161" fmla="+- 0 0 f157"/>
                <a:gd name="f162" fmla="+- 0 0 f158"/>
                <a:gd name="f163" fmla="+- 0 0 f159"/>
                <a:gd name="f164" fmla="val f160"/>
                <a:gd name="f165" fmla="val f161"/>
                <a:gd name="f166" fmla="val f162"/>
                <a:gd name="f167" fmla="val f163"/>
                <a:gd name="f168" fmla="+- 0 0 f164"/>
                <a:gd name="f169" fmla="+- 0 0 f165"/>
                <a:gd name="f170" fmla="+- 0 0 f166"/>
                <a:gd name="f171" fmla="+- 0 0 f167"/>
                <a:gd name="f172" fmla="*/ f168 f3 1"/>
                <a:gd name="f173" fmla="*/ f169 f3 1"/>
                <a:gd name="f174" fmla="*/ f170 f3 1"/>
                <a:gd name="f175" fmla="*/ f171 f3 1"/>
                <a:gd name="f176" fmla="*/ f172 1 f11"/>
                <a:gd name="f177" fmla="*/ f173 1 f11"/>
                <a:gd name="f178" fmla="*/ f174 1 f11"/>
                <a:gd name="f179" fmla="*/ f175 1 f11"/>
                <a:gd name="f180" fmla="+- f176 0 f4"/>
                <a:gd name="f181" fmla="+- f177 0 f4"/>
                <a:gd name="f182" fmla="+- f178 0 f4"/>
                <a:gd name="f183" fmla="+- f179 0 f4"/>
                <a:gd name="f184" fmla="cos 1 f180"/>
                <a:gd name="f185" fmla="sin 1 f180"/>
                <a:gd name="f186" fmla="cos 1 f181"/>
                <a:gd name="f187" fmla="sin 1 f181"/>
                <a:gd name="f188" fmla="cos 1 f182"/>
                <a:gd name="f189" fmla="sin 1 f182"/>
                <a:gd name="f190" fmla="cos 1 f183"/>
                <a:gd name="f191" fmla="sin 1 f183"/>
                <a:gd name="f192" fmla="+- 0 0 f184"/>
                <a:gd name="f193" fmla="+- 0 0 f185"/>
                <a:gd name="f194" fmla="+- 0 0 f186"/>
                <a:gd name="f195" fmla="+- 0 0 f187"/>
                <a:gd name="f196" fmla="+- 0 0 f188"/>
                <a:gd name="f197" fmla="+- 0 0 f189"/>
                <a:gd name="f198" fmla="+- 0 0 f190"/>
                <a:gd name="f199" fmla="+- 0 0 f191"/>
                <a:gd name="f200" fmla="*/ f12 f192 1"/>
                <a:gd name="f201" fmla="*/ f12 f193 1"/>
                <a:gd name="f202" fmla="*/ f12 f194 1"/>
                <a:gd name="f203" fmla="*/ f12 f195 1"/>
                <a:gd name="f204" fmla="*/ f12 f196 1"/>
                <a:gd name="f205" fmla="*/ f12 f197 1"/>
                <a:gd name="f206" fmla="*/ f12 f198 1"/>
                <a:gd name="f207" fmla="*/ f12 f199 1"/>
                <a:gd name="f208" fmla="*/ f200 f60 1"/>
                <a:gd name="f209" fmla="*/ f201 f59 1"/>
                <a:gd name="f210" fmla="*/ f202 f60 1"/>
                <a:gd name="f211" fmla="*/ f203 f59 1"/>
                <a:gd name="f212" fmla="*/ f204 f92 1"/>
                <a:gd name="f213" fmla="*/ f205 f93 1"/>
                <a:gd name="f214" fmla="*/ f206 f92 1"/>
                <a:gd name="f215" fmla="*/ f207 f93 1"/>
                <a:gd name="f216" fmla="+- f73 f208 0"/>
                <a:gd name="f217" fmla="+- f72 f209 0"/>
                <a:gd name="f218" fmla="+- f73 f210 0"/>
                <a:gd name="f219" fmla="+- f72 f211 0"/>
                <a:gd name="f220" fmla="+- f73 f212 0"/>
                <a:gd name="f221" fmla="+- f72 f213 0"/>
                <a:gd name="f222" fmla="+- f73 f214 0"/>
                <a:gd name="f223" fmla="+- f72 f215 0"/>
                <a:gd name="f224" fmla="max f216 f220"/>
                <a:gd name="f225" fmla="max f218 f222"/>
                <a:gd name="f226" fmla="max f217 f221"/>
                <a:gd name="f227" fmla="max f219 f223"/>
                <a:gd name="f228" fmla="min f216 f220"/>
                <a:gd name="f229" fmla="min f218 f222"/>
                <a:gd name="f230" fmla="min f217 f221"/>
                <a:gd name="f231" fmla="min f219 f223"/>
                <a:gd name="f232" fmla="+- f216 f222 0"/>
                <a:gd name="f233" fmla="+- f217 f223 0"/>
                <a:gd name="f234" fmla="+- f218 f220 0"/>
                <a:gd name="f235" fmla="+- f219 f221 0"/>
                <a:gd name="f236" fmla="*/ f216 f46 1"/>
                <a:gd name="f237" fmla="*/ f217 f46 1"/>
                <a:gd name="f238" fmla="*/ f220 f46 1"/>
                <a:gd name="f239" fmla="*/ f221 f46 1"/>
                <a:gd name="f240" fmla="max f224 f225"/>
                <a:gd name="f241" fmla="max f226 f227"/>
                <a:gd name="f242" fmla="min f228 f229"/>
                <a:gd name="f243" fmla="min f230 f231"/>
                <a:gd name="f244" fmla="*/ f232 1 2"/>
                <a:gd name="f245" fmla="*/ f233 1 2"/>
                <a:gd name="f246" fmla="*/ f234 1 2"/>
                <a:gd name="f247" fmla="*/ f235 1 2"/>
                <a:gd name="f248" fmla="?: f94 f51 f240"/>
                <a:gd name="f249" fmla="?: f95 f52 f241"/>
                <a:gd name="f250" fmla="?: f96 f22 f242"/>
                <a:gd name="f251" fmla="?: f97 f22 f243"/>
                <a:gd name="f252" fmla="*/ f244 f46 1"/>
                <a:gd name="f253" fmla="*/ f245 f46 1"/>
                <a:gd name="f254" fmla="*/ f246 f46 1"/>
                <a:gd name="f255" fmla="*/ f247 f46 1"/>
                <a:gd name="f256" fmla="*/ f250 f46 1"/>
                <a:gd name="f257" fmla="*/ f251 f46 1"/>
                <a:gd name="f258" fmla="*/ f248 f46 1"/>
                <a:gd name="f259" fmla="*/ f249 f4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3">
                  <a:pos x="f252" y="f253"/>
                </a:cxn>
                <a:cxn ang="f44">
                  <a:pos x="f254" y="f255"/>
                </a:cxn>
                <a:cxn ang="f45">
                  <a:pos x="f87" y="f88"/>
                </a:cxn>
              </a:cxnLst>
              <a:rect l="f256" t="f257" r="f258" b="f259"/>
              <a:pathLst>
                <a:path>
                  <a:moveTo>
                    <a:pt x="f236" y="f237"/>
                  </a:moveTo>
                  <a:arcTo wR="f81" hR="f82" stAng="f57" swAng="f83"/>
                  <a:lnTo>
                    <a:pt x="f238" y="f239"/>
                  </a:lnTo>
                  <a:arcTo wR="f100" hR="f101" stAng="f58" swAng="f89"/>
                  <a:close/>
                </a:path>
              </a:pathLst>
            </a:custGeom>
            <a:solidFill>
              <a:srgbClr val="E97132"/>
            </a:solidFill>
            <a:ln cap="flat">
              <a:noFill/>
              <a:prstDash val="solid"/>
            </a:ln>
          </p:spPr>
          <p:txBody>
            <a:bodyPr lIns="0" tIns="0" rIns="0" bIns="0"/>
            <a:lstStyle/>
            <a:p>
              <a:endParaRPr lang="fr-TN"/>
            </a:p>
          </p:txBody>
        </p:sp>
        <p:sp>
          <p:nvSpPr>
            <p:cNvPr id="7" name="Forme libre 6">
              <a:extLst>
                <a:ext uri="{FF2B5EF4-FFF2-40B4-BE49-F238E27FC236}">
                  <a16:creationId xmlns:a16="http://schemas.microsoft.com/office/drawing/2014/main" id="{682313DA-BB72-E0A6-ED8D-D6000139825B}"/>
                </a:ext>
              </a:extLst>
            </p:cNvPr>
            <p:cNvSpPr/>
            <p:nvPr/>
          </p:nvSpPr>
          <p:spPr>
            <a:xfrm>
              <a:off x="3144155" y="2684157"/>
              <a:ext cx="1850169" cy="185016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850167"/>
                <a:gd name="f7" fmla="val 925084"/>
                <a:gd name="f8" fmla="val 414174"/>
                <a:gd name="f9" fmla="val 1435994"/>
                <a:gd name="f10" fmla="val 1850168"/>
                <a:gd name="f11" fmla="+- 0 0 -90"/>
                <a:gd name="f12" fmla="*/ f3 1 1850167"/>
                <a:gd name="f13" fmla="*/ f4 1 1850167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850167"/>
                <a:gd name="f20" fmla="*/ 0 f17 1"/>
                <a:gd name="f21" fmla="*/ 925084 f17 1"/>
                <a:gd name="f22" fmla="*/ 1850168 f17 1"/>
                <a:gd name="f23" fmla="+- f18 0 f1"/>
                <a:gd name="f24" fmla="*/ f20 1 1850167"/>
                <a:gd name="f25" fmla="*/ f21 1 1850167"/>
                <a:gd name="f26" fmla="*/ f22 1 1850167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850167" h="1850167">
                  <a:moveTo>
                    <a:pt x="f5" y="f7"/>
                  </a:moveTo>
                  <a:cubicBezTo>
                    <a:pt x="f5" y="f8"/>
                    <a:pt x="f8" y="f5"/>
                    <a:pt x="f7" y="f5"/>
                  </a:cubicBezTo>
                  <a:cubicBezTo>
                    <a:pt x="f9" y="f5"/>
                    <a:pt x="f10" y="f8"/>
                    <a:pt x="f10" y="f7"/>
                  </a:cubicBezTo>
                  <a:cubicBezTo>
                    <a:pt x="f10" y="f9"/>
                    <a:pt x="f9" y="f10"/>
                    <a:pt x="f7" y="f10"/>
                  </a:cubicBezTo>
                  <a:cubicBezTo>
                    <a:pt x="f8" y="f10"/>
                    <a:pt x="f5" y="f9"/>
                    <a:pt x="f5" y="f7"/>
                  </a:cubicBezTo>
                  <a:close/>
                </a:path>
              </a:pathLst>
            </a:custGeom>
            <a:solidFill>
              <a:srgbClr val="156082"/>
            </a:solidFill>
            <a:ln w="19046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326833" tIns="326833" rIns="326833" bIns="326833" anchor="ctr" anchorCtr="1" compatLnSpc="1">
              <a:noAutofit/>
            </a:bodyPr>
            <a:lstStyle/>
            <a:p>
              <a:pPr marL="0" marR="0" lvl="0" indent="0" algn="ctr" defTabSz="1955801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18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4400" b="0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rPr>
                <a:t>SPAT</a:t>
              </a:r>
            </a:p>
          </p:txBody>
        </p:sp>
        <p:sp>
          <p:nvSpPr>
            <p:cNvPr id="8" name="Forme libre 7">
              <a:extLst>
                <a:ext uri="{FF2B5EF4-FFF2-40B4-BE49-F238E27FC236}">
                  <a16:creationId xmlns:a16="http://schemas.microsoft.com/office/drawing/2014/main" id="{76A79137-2BB8-D367-1B6F-1EFA869E14B1}"/>
                </a:ext>
              </a:extLst>
            </p:cNvPr>
            <p:cNvSpPr/>
            <p:nvPr/>
          </p:nvSpPr>
          <p:spPr>
            <a:xfrm>
              <a:off x="3293101" y="915533"/>
              <a:ext cx="1552276" cy="146293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52275"/>
                <a:gd name="f7" fmla="val 1462938"/>
                <a:gd name="f8" fmla="val 731469"/>
                <a:gd name="f9" fmla="val 327490"/>
                <a:gd name="f10" fmla="val 347489"/>
                <a:gd name="f11" fmla="val 776138"/>
                <a:gd name="f12" fmla="val 1204787"/>
                <a:gd name="f13" fmla="val 1552276"/>
                <a:gd name="f14" fmla="val 1135448"/>
                <a:gd name="f15" fmla="+- 0 0 -90"/>
                <a:gd name="f16" fmla="*/ f3 1 1552275"/>
                <a:gd name="f17" fmla="*/ f4 1 1462938"/>
                <a:gd name="f18" fmla="val f5"/>
                <a:gd name="f19" fmla="val f6"/>
                <a:gd name="f20" fmla="val f7"/>
                <a:gd name="f21" fmla="*/ f15 f0 1"/>
                <a:gd name="f22" fmla="+- f20 0 f18"/>
                <a:gd name="f23" fmla="+- f19 0 f18"/>
                <a:gd name="f24" fmla="*/ f21 1 f2"/>
                <a:gd name="f25" fmla="*/ f23 1 1552275"/>
                <a:gd name="f26" fmla="*/ f22 1 1462938"/>
                <a:gd name="f27" fmla="*/ 0 f23 1"/>
                <a:gd name="f28" fmla="*/ 731469 f22 1"/>
                <a:gd name="f29" fmla="*/ 776138 f23 1"/>
                <a:gd name="f30" fmla="*/ 0 f22 1"/>
                <a:gd name="f31" fmla="*/ 1552276 f23 1"/>
                <a:gd name="f32" fmla="*/ 1462938 f22 1"/>
                <a:gd name="f33" fmla="+- f24 0 f1"/>
                <a:gd name="f34" fmla="*/ f27 1 1552275"/>
                <a:gd name="f35" fmla="*/ f28 1 1462938"/>
                <a:gd name="f36" fmla="*/ f29 1 1552275"/>
                <a:gd name="f37" fmla="*/ f30 1 1462938"/>
                <a:gd name="f38" fmla="*/ f31 1 1552275"/>
                <a:gd name="f39" fmla="*/ f32 1 1462938"/>
                <a:gd name="f40" fmla="*/ f18 1 f25"/>
                <a:gd name="f41" fmla="*/ f19 1 f25"/>
                <a:gd name="f42" fmla="*/ f18 1 f26"/>
                <a:gd name="f43" fmla="*/ f20 1 f26"/>
                <a:gd name="f44" fmla="*/ f34 1 f25"/>
                <a:gd name="f45" fmla="*/ f35 1 f26"/>
                <a:gd name="f46" fmla="*/ f36 1 f25"/>
                <a:gd name="f47" fmla="*/ f37 1 f26"/>
                <a:gd name="f48" fmla="*/ f38 1 f25"/>
                <a:gd name="f49" fmla="*/ f39 1 f26"/>
                <a:gd name="f50" fmla="*/ f40 f16 1"/>
                <a:gd name="f51" fmla="*/ f41 f16 1"/>
                <a:gd name="f52" fmla="*/ f43 f17 1"/>
                <a:gd name="f53" fmla="*/ f42 f17 1"/>
                <a:gd name="f54" fmla="*/ f44 f16 1"/>
                <a:gd name="f55" fmla="*/ f45 f17 1"/>
                <a:gd name="f56" fmla="*/ f46 f16 1"/>
                <a:gd name="f57" fmla="*/ f47 f17 1"/>
                <a:gd name="f58" fmla="*/ f48 f16 1"/>
                <a:gd name="f59" fmla="*/ f49 f1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54" y="f55"/>
                </a:cxn>
                <a:cxn ang="f33">
                  <a:pos x="f56" y="f57"/>
                </a:cxn>
                <a:cxn ang="f33">
                  <a:pos x="f58" y="f55"/>
                </a:cxn>
                <a:cxn ang="f33">
                  <a:pos x="f56" y="f59"/>
                </a:cxn>
                <a:cxn ang="f33">
                  <a:pos x="f54" y="f55"/>
                </a:cxn>
              </a:cxnLst>
              <a:rect l="f50" t="f53" r="f51" b="f52"/>
              <a:pathLst>
                <a:path w="1552275" h="1462938">
                  <a:moveTo>
                    <a:pt x="f5" y="f8"/>
                  </a:moveTo>
                  <a:cubicBezTo>
                    <a:pt x="f5" y="f9"/>
                    <a:pt x="f10" y="f5"/>
                    <a:pt x="f11" y="f5"/>
                  </a:cubicBezTo>
                  <a:cubicBezTo>
                    <a:pt x="f12" y="f5"/>
                    <a:pt x="f13" y="f9"/>
                    <a:pt x="f13" y="f8"/>
                  </a:cubicBezTo>
                  <a:cubicBezTo>
                    <a:pt x="f13" y="f14"/>
                    <a:pt x="f12" y="f7"/>
                    <a:pt x="f11" y="f7"/>
                  </a:cubicBezTo>
                  <a:cubicBezTo>
                    <a:pt x="f10" y="f7"/>
                    <a:pt x="f5" y="f14"/>
                    <a:pt x="f5" y="f8"/>
                  </a:cubicBezTo>
                  <a:close/>
                </a:path>
              </a:pathLst>
            </a:custGeom>
            <a:solidFill>
              <a:srgbClr val="E97132"/>
            </a:solidFill>
            <a:ln w="19046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248917" tIns="235832" rIns="248917" bIns="235832" anchor="ctr" anchorCtr="1" compatLnSpc="1">
              <a:noAutofit/>
            </a:bodyPr>
            <a:lstStyle/>
            <a:p>
              <a:pPr marL="0" marR="0" lvl="0" indent="0" algn="ctr" defTabSz="755651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7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1700" b="1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rPr>
                <a:t>Formation</a:t>
              </a:r>
            </a:p>
          </p:txBody>
        </p:sp>
        <p:sp>
          <p:nvSpPr>
            <p:cNvPr id="9" name="Forme libre 8">
              <a:extLst>
                <a:ext uri="{FF2B5EF4-FFF2-40B4-BE49-F238E27FC236}">
                  <a16:creationId xmlns:a16="http://schemas.microsoft.com/office/drawing/2014/main" id="{59D892FD-C1ED-8D5D-E620-F09F73702E34}"/>
                </a:ext>
              </a:extLst>
            </p:cNvPr>
            <p:cNvSpPr/>
            <p:nvPr/>
          </p:nvSpPr>
          <p:spPr>
            <a:xfrm>
              <a:off x="5383914" y="2961677"/>
              <a:ext cx="1295119" cy="129511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295117"/>
                <a:gd name="f7" fmla="val 647559"/>
                <a:gd name="f8" fmla="val 289922"/>
                <a:gd name="f9" fmla="val 1005196"/>
                <a:gd name="f10" fmla="val 1295118"/>
                <a:gd name="f11" fmla="+- 0 0 -90"/>
                <a:gd name="f12" fmla="*/ f3 1 1295117"/>
                <a:gd name="f13" fmla="*/ f4 1 1295117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295117"/>
                <a:gd name="f20" fmla="*/ 0 f17 1"/>
                <a:gd name="f21" fmla="*/ 647559 f17 1"/>
                <a:gd name="f22" fmla="*/ 1295118 f17 1"/>
                <a:gd name="f23" fmla="+- f18 0 f1"/>
                <a:gd name="f24" fmla="*/ f20 1 1295117"/>
                <a:gd name="f25" fmla="*/ f21 1 1295117"/>
                <a:gd name="f26" fmla="*/ f22 1 1295117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295117" h="1295117">
                  <a:moveTo>
                    <a:pt x="f5" y="f7"/>
                  </a:moveTo>
                  <a:cubicBezTo>
                    <a:pt x="f5" y="f8"/>
                    <a:pt x="f8" y="f5"/>
                    <a:pt x="f7" y="f5"/>
                  </a:cubicBezTo>
                  <a:cubicBezTo>
                    <a:pt x="f9" y="f5"/>
                    <a:pt x="f10" y="f8"/>
                    <a:pt x="f10" y="f7"/>
                  </a:cubicBezTo>
                  <a:cubicBezTo>
                    <a:pt x="f10" y="f9"/>
                    <a:pt x="f9" y="f10"/>
                    <a:pt x="f7" y="f10"/>
                  </a:cubicBezTo>
                  <a:cubicBezTo>
                    <a:pt x="f8" y="f10"/>
                    <a:pt x="f5" y="f9"/>
                    <a:pt x="f5" y="f7"/>
                  </a:cubicBezTo>
                  <a:close/>
                </a:path>
              </a:pathLst>
            </a:custGeom>
            <a:solidFill>
              <a:srgbClr val="196B24"/>
            </a:solidFill>
            <a:ln w="19046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207440" tIns="207440" rIns="207440" bIns="207440" anchor="ctr" anchorCtr="1" compatLnSpc="1">
              <a:noAutofit/>
            </a:bodyPr>
            <a:lstStyle/>
            <a:p>
              <a:pPr marL="0" marR="0" lvl="0" indent="0" algn="ctr" defTabSz="622304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1400" b="1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rPr>
                <a:t>Double Diplôme</a:t>
              </a:r>
            </a:p>
          </p:txBody>
        </p:sp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5E3FED46-8227-0AD0-07F0-00C3DD9EBE7A}"/>
                </a:ext>
              </a:extLst>
            </p:cNvPr>
            <p:cNvSpPr/>
            <p:nvPr/>
          </p:nvSpPr>
          <p:spPr>
            <a:xfrm>
              <a:off x="3227109" y="4842260"/>
              <a:ext cx="1684260" cy="145843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684260"/>
                <a:gd name="f7" fmla="val 1458431"/>
                <a:gd name="f8" fmla="val 729216"/>
                <a:gd name="f9" fmla="val 326481"/>
                <a:gd name="f10" fmla="val 377034"/>
                <a:gd name="f11" fmla="val 842130"/>
                <a:gd name="f12" fmla="val 1307226"/>
                <a:gd name="f13" fmla="val 1131951"/>
                <a:gd name="f14" fmla="val 1458432"/>
                <a:gd name="f15" fmla="+- 0 0 -90"/>
                <a:gd name="f16" fmla="*/ f3 1 1684260"/>
                <a:gd name="f17" fmla="*/ f4 1 1458431"/>
                <a:gd name="f18" fmla="val f5"/>
                <a:gd name="f19" fmla="val f6"/>
                <a:gd name="f20" fmla="val f7"/>
                <a:gd name="f21" fmla="*/ f15 f0 1"/>
                <a:gd name="f22" fmla="+- f20 0 f18"/>
                <a:gd name="f23" fmla="+- f19 0 f18"/>
                <a:gd name="f24" fmla="*/ f21 1 f2"/>
                <a:gd name="f25" fmla="*/ f23 1 1684260"/>
                <a:gd name="f26" fmla="*/ f22 1 1458431"/>
                <a:gd name="f27" fmla="*/ 0 f23 1"/>
                <a:gd name="f28" fmla="*/ 729216 f22 1"/>
                <a:gd name="f29" fmla="*/ 842130 f23 1"/>
                <a:gd name="f30" fmla="*/ 0 f22 1"/>
                <a:gd name="f31" fmla="*/ 1684260 f23 1"/>
                <a:gd name="f32" fmla="*/ 1458432 f22 1"/>
                <a:gd name="f33" fmla="+- f24 0 f1"/>
                <a:gd name="f34" fmla="*/ f27 1 1684260"/>
                <a:gd name="f35" fmla="*/ f28 1 1458431"/>
                <a:gd name="f36" fmla="*/ f29 1 1684260"/>
                <a:gd name="f37" fmla="*/ f30 1 1458431"/>
                <a:gd name="f38" fmla="*/ f31 1 1684260"/>
                <a:gd name="f39" fmla="*/ f32 1 1458431"/>
                <a:gd name="f40" fmla="*/ f18 1 f25"/>
                <a:gd name="f41" fmla="*/ f19 1 f25"/>
                <a:gd name="f42" fmla="*/ f18 1 f26"/>
                <a:gd name="f43" fmla="*/ f20 1 f26"/>
                <a:gd name="f44" fmla="*/ f34 1 f25"/>
                <a:gd name="f45" fmla="*/ f35 1 f26"/>
                <a:gd name="f46" fmla="*/ f36 1 f25"/>
                <a:gd name="f47" fmla="*/ f37 1 f26"/>
                <a:gd name="f48" fmla="*/ f38 1 f25"/>
                <a:gd name="f49" fmla="*/ f39 1 f26"/>
                <a:gd name="f50" fmla="*/ f40 f16 1"/>
                <a:gd name="f51" fmla="*/ f41 f16 1"/>
                <a:gd name="f52" fmla="*/ f43 f17 1"/>
                <a:gd name="f53" fmla="*/ f42 f17 1"/>
                <a:gd name="f54" fmla="*/ f44 f16 1"/>
                <a:gd name="f55" fmla="*/ f45 f17 1"/>
                <a:gd name="f56" fmla="*/ f46 f16 1"/>
                <a:gd name="f57" fmla="*/ f47 f17 1"/>
                <a:gd name="f58" fmla="*/ f48 f16 1"/>
                <a:gd name="f59" fmla="*/ f49 f1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54" y="f55"/>
                </a:cxn>
                <a:cxn ang="f33">
                  <a:pos x="f56" y="f57"/>
                </a:cxn>
                <a:cxn ang="f33">
                  <a:pos x="f58" y="f55"/>
                </a:cxn>
                <a:cxn ang="f33">
                  <a:pos x="f56" y="f59"/>
                </a:cxn>
                <a:cxn ang="f33">
                  <a:pos x="f54" y="f55"/>
                </a:cxn>
              </a:cxnLst>
              <a:rect l="f50" t="f53" r="f51" b="f52"/>
              <a:pathLst>
                <a:path w="1684260" h="1458431">
                  <a:moveTo>
                    <a:pt x="f5" y="f8"/>
                  </a:moveTo>
                  <a:cubicBezTo>
                    <a:pt x="f5" y="f9"/>
                    <a:pt x="f10" y="f5"/>
                    <a:pt x="f11" y="f5"/>
                  </a:cubicBezTo>
                  <a:cubicBezTo>
                    <a:pt x="f12" y="f5"/>
                    <a:pt x="f6" y="f9"/>
                    <a:pt x="f6" y="f8"/>
                  </a:cubicBezTo>
                  <a:cubicBezTo>
                    <a:pt x="f6" y="f13"/>
                    <a:pt x="f12" y="f14"/>
                    <a:pt x="f11" y="f14"/>
                  </a:cubicBezTo>
                  <a:cubicBezTo>
                    <a:pt x="f10" y="f14"/>
                    <a:pt x="f5" y="f13"/>
                    <a:pt x="f5" y="f8"/>
                  </a:cubicBezTo>
                  <a:close/>
                </a:path>
              </a:pathLst>
            </a:custGeom>
            <a:solidFill>
              <a:srgbClr val="0F9ED5"/>
            </a:solidFill>
            <a:ln w="19046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268248" tIns="235174" rIns="268248" bIns="235174" anchor="ctr" anchorCtr="1" compatLnSpc="1">
              <a:noAutofit/>
            </a:bodyPr>
            <a:lstStyle/>
            <a:p>
              <a:pPr marL="0" marR="0" lvl="0" indent="0" algn="ctr" defTabSz="755651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7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1700" b="1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rPr>
                <a:t>Recherche</a:t>
              </a:r>
            </a:p>
          </p:txBody>
        </p:sp>
        <p:sp>
          <p:nvSpPr>
            <p:cNvPr id="11" name="Forme libre 10">
              <a:extLst>
                <a:ext uri="{FF2B5EF4-FFF2-40B4-BE49-F238E27FC236}">
                  <a16:creationId xmlns:a16="http://schemas.microsoft.com/office/drawing/2014/main" id="{982A31D0-8529-2D53-CAFC-921D92C0CFFA}"/>
                </a:ext>
              </a:extLst>
            </p:cNvPr>
            <p:cNvSpPr/>
            <p:nvPr/>
          </p:nvSpPr>
          <p:spPr>
            <a:xfrm>
              <a:off x="1459437" y="2961677"/>
              <a:ext cx="1295119" cy="129511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295117"/>
                <a:gd name="f7" fmla="val 647559"/>
                <a:gd name="f8" fmla="val 289922"/>
                <a:gd name="f9" fmla="val 1005196"/>
                <a:gd name="f10" fmla="val 1295118"/>
                <a:gd name="f11" fmla="+- 0 0 -90"/>
                <a:gd name="f12" fmla="*/ f3 1 1295117"/>
                <a:gd name="f13" fmla="*/ f4 1 1295117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295117"/>
                <a:gd name="f20" fmla="*/ 0 f17 1"/>
                <a:gd name="f21" fmla="*/ 647559 f17 1"/>
                <a:gd name="f22" fmla="*/ 1295118 f17 1"/>
                <a:gd name="f23" fmla="+- f18 0 f1"/>
                <a:gd name="f24" fmla="*/ f20 1 1295117"/>
                <a:gd name="f25" fmla="*/ f21 1 1295117"/>
                <a:gd name="f26" fmla="*/ f22 1 1295117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295117" h="1295117">
                  <a:moveTo>
                    <a:pt x="f5" y="f7"/>
                  </a:moveTo>
                  <a:cubicBezTo>
                    <a:pt x="f5" y="f8"/>
                    <a:pt x="f8" y="f5"/>
                    <a:pt x="f7" y="f5"/>
                  </a:cubicBezTo>
                  <a:cubicBezTo>
                    <a:pt x="f9" y="f5"/>
                    <a:pt x="f10" y="f8"/>
                    <a:pt x="f10" y="f7"/>
                  </a:cubicBezTo>
                  <a:cubicBezTo>
                    <a:pt x="f10" y="f9"/>
                    <a:pt x="f9" y="f10"/>
                    <a:pt x="f7" y="f10"/>
                  </a:cubicBezTo>
                  <a:cubicBezTo>
                    <a:pt x="f8" y="f10"/>
                    <a:pt x="f5" y="f9"/>
                    <a:pt x="f5" y="f7"/>
                  </a:cubicBezTo>
                  <a:close/>
                </a:path>
              </a:pathLst>
            </a:custGeom>
            <a:solidFill>
              <a:srgbClr val="A02B93"/>
            </a:solidFill>
            <a:ln w="19046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207440" tIns="207440" rIns="207440" bIns="207440" anchor="ctr" anchorCtr="1" compatLnSpc="1">
              <a:noAutofit/>
            </a:bodyPr>
            <a:lstStyle/>
            <a:p>
              <a:pPr marL="0" marR="0" lvl="0" indent="0" algn="ctr" defTabSz="622304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1400" b="1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rPr>
                <a:t>Thèses </a:t>
              </a:r>
            </a:p>
            <a:p>
              <a:pPr marL="0" marR="0" lvl="0" indent="0" algn="ctr" defTabSz="622304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1400" b="1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rPr>
                <a:t>Co-tutelle</a:t>
              </a:r>
            </a:p>
          </p:txBody>
        </p:sp>
      </p:grpSp>
      <p:sp>
        <p:nvSpPr>
          <p:cNvPr id="12" name="Titre 1">
            <a:extLst>
              <a:ext uri="{FF2B5EF4-FFF2-40B4-BE49-F238E27FC236}">
                <a16:creationId xmlns:a16="http://schemas.microsoft.com/office/drawing/2014/main" id="{D902CA81-4881-E5E0-C720-58A972510A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6284" y="0"/>
            <a:ext cx="10515600" cy="1325559"/>
          </a:xfrm>
        </p:spPr>
        <p:txBody>
          <a:bodyPr/>
          <a:lstStyle/>
          <a:p>
            <a:pPr lvl="0"/>
            <a:r>
              <a:rPr lang="fr-FR" b="1">
                <a:solidFill>
                  <a:srgbClr val="163E64"/>
                </a:solidFill>
              </a:rPr>
              <a:t>Objectifs</a:t>
            </a:r>
          </a:p>
        </p:txBody>
      </p:sp>
      <p:sp>
        <p:nvSpPr>
          <p:cNvPr id="13" name="ZoneTexte 5">
            <a:extLst>
              <a:ext uri="{FF2B5EF4-FFF2-40B4-BE49-F238E27FC236}">
                <a16:creationId xmlns:a16="http://schemas.microsoft.com/office/drawing/2014/main" id="{1D6644B6-D81E-0115-2374-A477176A3045}"/>
              </a:ext>
            </a:extLst>
          </p:cNvPr>
          <p:cNvSpPr txBox="1"/>
          <p:nvPr/>
        </p:nvSpPr>
        <p:spPr>
          <a:xfrm>
            <a:off x="7232739" y="2757391"/>
            <a:ext cx="4514612" cy="203132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v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>
                <a:solidFill>
                  <a:srgbClr val="002060"/>
                </a:solidFill>
                <a:uFillTx/>
                <a:latin typeface="Aptos"/>
              </a:rPr>
              <a:t>Intégrations des modules optionnels dans des mastères existants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v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>
                <a:solidFill>
                  <a:srgbClr val="002060"/>
                </a:solidFill>
                <a:uFillTx/>
                <a:latin typeface="Aptos"/>
              </a:rPr>
              <a:t>Cours communs interactifs à distance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v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>
                <a:solidFill>
                  <a:srgbClr val="002060"/>
                </a:solidFill>
                <a:uFillTx/>
                <a:latin typeface="Aptos"/>
              </a:rPr>
              <a:t>Séminaires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v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>
                <a:solidFill>
                  <a:srgbClr val="002060"/>
                </a:solidFill>
                <a:uFillTx/>
                <a:latin typeface="Aptos"/>
              </a:rPr>
              <a:t>Ecoles d’été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v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>
                <a:solidFill>
                  <a:srgbClr val="002060"/>
                </a:solidFill>
                <a:uFillTx/>
                <a:latin typeface="Aptos"/>
              </a:rPr>
              <a:t>Panels des experts des questions spatiales </a:t>
            </a:r>
          </a:p>
        </p:txBody>
      </p:sp>
      <p:sp>
        <p:nvSpPr>
          <p:cNvPr id="14" name="Espace réservé du numéro de diapositive 6">
            <a:extLst>
              <a:ext uri="{FF2B5EF4-FFF2-40B4-BE49-F238E27FC236}">
                <a16:creationId xmlns:a16="http://schemas.microsoft.com/office/drawing/2014/main" id="{373D3FD3-F0D6-96E2-ECB0-2F1944EC79B5}"/>
              </a:ext>
            </a:extLst>
          </p:cNvPr>
          <p:cNvSpPr txBox="1"/>
          <p:nvPr/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51E7101-1D62-1F47-940F-14ECBBEEF431}" type="slidenum">
              <a:rPr lang="fr-FR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rPr>
              <a:t>3</a:t>
            </a:fld>
            <a:endParaRPr lang="fr-FR" sz="1200" b="0" i="0" u="none" strike="noStrike" kern="1200" cap="none" spc="0" baseline="0">
              <a:solidFill>
                <a:srgbClr val="767676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A13CDA-DE72-62EB-AABB-A2710F18D0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9977" y="129451"/>
            <a:ext cx="10515600" cy="1325559"/>
          </a:xfrm>
        </p:spPr>
        <p:txBody>
          <a:bodyPr/>
          <a:lstStyle/>
          <a:p>
            <a:pPr lvl="0"/>
            <a:r>
              <a:rPr lang="fr-FR" b="1">
                <a:solidFill>
                  <a:srgbClr val="215F9A"/>
                </a:solidFill>
              </a:rPr>
              <a:t>Contexte</a:t>
            </a:r>
          </a:p>
        </p:txBody>
      </p:sp>
      <p:grpSp>
        <p:nvGrpSpPr>
          <p:cNvPr id="3" name="Diagramme 5">
            <a:extLst>
              <a:ext uri="{FF2B5EF4-FFF2-40B4-BE49-F238E27FC236}">
                <a16:creationId xmlns:a16="http://schemas.microsoft.com/office/drawing/2014/main" id="{59D44C09-7332-6CE5-7D4D-DF25320AE5C3}"/>
              </a:ext>
            </a:extLst>
          </p:cNvPr>
          <p:cNvGrpSpPr/>
          <p:nvPr/>
        </p:nvGrpSpPr>
        <p:grpSpPr>
          <a:xfrm>
            <a:off x="1280992" y="1670736"/>
            <a:ext cx="10037460" cy="4569101"/>
            <a:chOff x="1280992" y="1670736"/>
            <a:chExt cx="10037460" cy="4569101"/>
          </a:xfrm>
        </p:grpSpPr>
        <p:sp>
          <p:nvSpPr>
            <p:cNvPr id="4" name="Forme libre 3">
              <a:extLst>
                <a:ext uri="{FF2B5EF4-FFF2-40B4-BE49-F238E27FC236}">
                  <a16:creationId xmlns:a16="http://schemas.microsoft.com/office/drawing/2014/main" id="{19956EF9-BB3D-2811-0D69-62299F662F40}"/>
                </a:ext>
              </a:extLst>
            </p:cNvPr>
            <p:cNvSpPr/>
            <p:nvPr/>
          </p:nvSpPr>
          <p:spPr>
            <a:xfrm>
              <a:off x="1280992" y="1670736"/>
              <a:ext cx="3060204" cy="45675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060201"/>
                <a:gd name="f7" fmla="val 456752"/>
                <a:gd name="f8" fmla="+- 0 0 -90"/>
                <a:gd name="f9" fmla="*/ f3 1 3060201"/>
                <a:gd name="f10" fmla="*/ f4 1 456752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3060201"/>
                <a:gd name="f19" fmla="*/ f15 1 456752"/>
                <a:gd name="f20" fmla="*/ 0 f16 1"/>
                <a:gd name="f21" fmla="*/ 0 f15 1"/>
                <a:gd name="f22" fmla="*/ 3060201 f16 1"/>
                <a:gd name="f23" fmla="*/ 456752 f15 1"/>
                <a:gd name="f24" fmla="+- f17 0 f1"/>
                <a:gd name="f25" fmla="*/ f20 1 3060201"/>
                <a:gd name="f26" fmla="*/ f21 1 456752"/>
                <a:gd name="f27" fmla="*/ f22 1 3060201"/>
                <a:gd name="f28" fmla="*/ f23 1 456752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3060201" h="456752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E97132"/>
            </a:solidFill>
            <a:ln w="19046" cap="flat">
              <a:solidFill>
                <a:srgbClr val="E97132"/>
              </a:solidFill>
              <a:prstDash val="solid"/>
              <a:miter/>
            </a:ln>
          </p:spPr>
          <p:txBody>
            <a:bodyPr vert="horz" wrap="square" lIns="142244" tIns="81281" rIns="142244" bIns="81281" anchor="ctr" anchorCtr="1" compatLnSpc="1">
              <a:noAutofit/>
            </a:bodyPr>
            <a:lstStyle/>
            <a:p>
              <a:pPr marL="0" marR="0" lvl="0" indent="0" algn="ctr" defTabSz="888997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2000" b="1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rPr>
                <a:t>Scientifique</a:t>
              </a:r>
            </a:p>
          </p:txBody>
        </p:sp>
        <p:sp>
          <p:nvSpPr>
            <p:cNvPr id="5" name="Forme libre 4">
              <a:extLst>
                <a:ext uri="{FF2B5EF4-FFF2-40B4-BE49-F238E27FC236}">
                  <a16:creationId xmlns:a16="http://schemas.microsoft.com/office/drawing/2014/main" id="{ABB86040-AD69-7810-DD22-6FE20808C7FA}"/>
                </a:ext>
              </a:extLst>
            </p:cNvPr>
            <p:cNvSpPr/>
            <p:nvPr/>
          </p:nvSpPr>
          <p:spPr>
            <a:xfrm>
              <a:off x="1280992" y="2127488"/>
              <a:ext cx="3060204" cy="411234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060201"/>
                <a:gd name="f7" fmla="val 4112353"/>
                <a:gd name="f8" fmla="+- 0 0 -90"/>
                <a:gd name="f9" fmla="*/ f3 1 3060201"/>
                <a:gd name="f10" fmla="*/ f4 1 4112353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3060201"/>
                <a:gd name="f19" fmla="*/ f15 1 4112353"/>
                <a:gd name="f20" fmla="*/ 0 f16 1"/>
                <a:gd name="f21" fmla="*/ 0 f15 1"/>
                <a:gd name="f22" fmla="*/ 3060201 f16 1"/>
                <a:gd name="f23" fmla="*/ 4112353 f15 1"/>
                <a:gd name="f24" fmla="+- f17 0 f1"/>
                <a:gd name="f25" fmla="*/ f20 1 3060201"/>
                <a:gd name="f26" fmla="*/ f21 1 4112353"/>
                <a:gd name="f27" fmla="*/ f22 1 3060201"/>
                <a:gd name="f28" fmla="*/ f23 1 4112353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3060201" h="4112353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F7D5CD">
                <a:alpha val="90000"/>
              </a:srgbClr>
            </a:solidFill>
            <a:ln w="19046" cap="flat">
              <a:solidFill>
                <a:srgbClr val="F7D5CD">
                  <a:alpha val="90000"/>
                </a:srgbClr>
              </a:solidFill>
              <a:prstDash val="solid"/>
              <a:miter/>
            </a:ln>
          </p:spPr>
          <p:txBody>
            <a:bodyPr vert="horz" wrap="square" lIns="80010" tIns="80010" rIns="106683" bIns="120015" anchor="t" anchorCtr="0" compatLnSpc="1">
              <a:noAutofit/>
            </a:bodyPr>
            <a:lstStyle/>
            <a:p>
              <a:pPr marL="114300" marR="0" lvl="1" indent="-114300" algn="l" defTabSz="666753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Char char="•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1500" b="1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rPr>
                <a:t>Renforcement des thématiques de recherche interdisciplinaires croisés</a:t>
              </a:r>
              <a:r>
                <a:rPr lang="fr-FR" sz="1500" b="0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rPr>
                <a:t>: géographie, archéologie, environnement-climat, anthropo-génétique,… faisant l’appel </a:t>
              </a:r>
              <a:r>
                <a:rPr lang="fr-FR" sz="1500" b="1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rPr>
                <a:t>à la télédétection spatiale et aéroportée et l’analyse spatiale</a:t>
              </a:r>
            </a:p>
            <a:p>
              <a:pPr marL="114300" marR="0" lvl="1" indent="-114300" algn="l" defTabSz="666753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Char char="•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1500" b="1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rPr>
                <a:t>Fort besoin de formation </a:t>
              </a:r>
              <a:r>
                <a:rPr lang="fr-FR" sz="1500" b="0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rPr>
                <a:t>aux démarches, méthodes, et techniques de la télédétection  spatiale, de l’analyse spatiale et de la géomatique</a:t>
              </a:r>
            </a:p>
            <a:p>
              <a:pPr marL="114300" marR="0" lvl="1" indent="-114300" algn="l" defTabSz="666753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Char char="•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1500" b="1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rPr>
                <a:t>Répondre au « vide » laissé </a:t>
              </a:r>
              <a:r>
                <a:rPr lang="fr-FR" sz="1500" b="0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rPr>
                <a:t>durant des années sur un domaine d’application de la télédétection notamment en archéologie de paysage</a:t>
              </a:r>
            </a:p>
          </p:txBody>
        </p:sp>
        <p:sp>
          <p:nvSpPr>
            <p:cNvPr id="6" name="Forme libre 5">
              <a:extLst>
                <a:ext uri="{FF2B5EF4-FFF2-40B4-BE49-F238E27FC236}">
                  <a16:creationId xmlns:a16="http://schemas.microsoft.com/office/drawing/2014/main" id="{422AFEB1-77E4-389D-97DD-7C34D863EE25}"/>
                </a:ext>
              </a:extLst>
            </p:cNvPr>
            <p:cNvSpPr/>
            <p:nvPr/>
          </p:nvSpPr>
          <p:spPr>
            <a:xfrm>
              <a:off x="4769620" y="1670736"/>
              <a:ext cx="3060204" cy="45675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060201"/>
                <a:gd name="f7" fmla="val 456752"/>
                <a:gd name="f8" fmla="+- 0 0 -90"/>
                <a:gd name="f9" fmla="*/ f3 1 3060201"/>
                <a:gd name="f10" fmla="*/ f4 1 456752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3060201"/>
                <a:gd name="f19" fmla="*/ f15 1 456752"/>
                <a:gd name="f20" fmla="*/ 0 f16 1"/>
                <a:gd name="f21" fmla="*/ 0 f15 1"/>
                <a:gd name="f22" fmla="*/ 3060201 f16 1"/>
                <a:gd name="f23" fmla="*/ 456752 f15 1"/>
                <a:gd name="f24" fmla="+- f17 0 f1"/>
                <a:gd name="f25" fmla="*/ f20 1 3060201"/>
                <a:gd name="f26" fmla="*/ f21 1 456752"/>
                <a:gd name="f27" fmla="*/ f22 1 3060201"/>
                <a:gd name="f28" fmla="*/ f23 1 456752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3060201" h="456752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8EB21E"/>
            </a:solidFill>
            <a:ln w="19046" cap="flat">
              <a:solidFill>
                <a:srgbClr val="8EB21E"/>
              </a:solidFill>
              <a:prstDash val="solid"/>
              <a:miter/>
            </a:ln>
          </p:spPr>
          <p:txBody>
            <a:bodyPr vert="horz" wrap="square" lIns="142244" tIns="81281" rIns="142244" bIns="81281" anchor="ctr" anchorCtr="1" compatLnSpc="1">
              <a:noAutofit/>
            </a:bodyPr>
            <a:lstStyle/>
            <a:p>
              <a:pPr marL="0" marR="0" lvl="0" indent="0" algn="ctr" defTabSz="888997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2000" b="1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rPr>
                <a:t>Pédagogique</a:t>
              </a:r>
              <a:endParaRPr lang="fr-FR" sz="20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7" name="Forme libre 6">
              <a:extLst>
                <a:ext uri="{FF2B5EF4-FFF2-40B4-BE49-F238E27FC236}">
                  <a16:creationId xmlns:a16="http://schemas.microsoft.com/office/drawing/2014/main" id="{AA43EBE0-3A34-1085-CC69-EAA75FD342F2}"/>
                </a:ext>
              </a:extLst>
            </p:cNvPr>
            <p:cNvSpPr/>
            <p:nvPr/>
          </p:nvSpPr>
          <p:spPr>
            <a:xfrm>
              <a:off x="4769620" y="2127488"/>
              <a:ext cx="3060204" cy="411234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060201"/>
                <a:gd name="f7" fmla="val 4112353"/>
                <a:gd name="f8" fmla="+- 0 0 -90"/>
                <a:gd name="f9" fmla="*/ f3 1 3060201"/>
                <a:gd name="f10" fmla="*/ f4 1 4112353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3060201"/>
                <a:gd name="f19" fmla="*/ f15 1 4112353"/>
                <a:gd name="f20" fmla="*/ 0 f16 1"/>
                <a:gd name="f21" fmla="*/ 0 f15 1"/>
                <a:gd name="f22" fmla="*/ 3060201 f16 1"/>
                <a:gd name="f23" fmla="*/ 4112353 f15 1"/>
                <a:gd name="f24" fmla="+- f17 0 f1"/>
                <a:gd name="f25" fmla="*/ f20 1 3060201"/>
                <a:gd name="f26" fmla="*/ f21 1 4112353"/>
                <a:gd name="f27" fmla="*/ f22 1 3060201"/>
                <a:gd name="f28" fmla="*/ f23 1 4112353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3060201" h="4112353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E4E8CA">
                <a:alpha val="90000"/>
              </a:srgbClr>
            </a:solidFill>
            <a:ln w="19046" cap="flat">
              <a:solidFill>
                <a:srgbClr val="E4E8CA">
                  <a:alpha val="90000"/>
                </a:srgbClr>
              </a:solidFill>
              <a:prstDash val="solid"/>
              <a:miter/>
            </a:ln>
          </p:spPr>
          <p:txBody>
            <a:bodyPr vert="horz" wrap="square" lIns="80010" tIns="80010" rIns="106683" bIns="120015" anchor="t" anchorCtr="0" compatLnSpc="1">
              <a:noAutofit/>
            </a:bodyPr>
            <a:lstStyle/>
            <a:p>
              <a:pPr marL="114300" marR="0" lvl="1" indent="-114300" algn="l" defTabSz="666753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Char char="•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1500" b="0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rPr>
                <a:t>Ce projet vise à servir </a:t>
              </a:r>
              <a:r>
                <a:rPr lang="fr-FR" sz="1500" b="1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rPr>
                <a:t>« d’incubateur » </a:t>
              </a:r>
              <a:r>
                <a:rPr lang="fr-FR" sz="1500" b="0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rPr>
                <a:t>permettant de préciser les contours d’un cours innovant et ambitieux, d’évaluer sa pertinence et de catalyser des ressources avec </a:t>
              </a:r>
              <a:r>
                <a:rPr lang="fr-FR" sz="1500" b="1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rPr>
                <a:t>un format testé </a:t>
              </a:r>
              <a:r>
                <a:rPr lang="fr-FR" sz="1500" b="0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rPr>
                <a:t>sur 3 ans auprès d’un groupe d’étudiants, pour une intégration future dans une formation universitaire</a:t>
              </a:r>
            </a:p>
            <a:p>
              <a:pPr marL="114300" marR="0" lvl="1" indent="-114300" algn="l" defTabSz="666753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Char char="•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1500" b="0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rPr>
                <a:t>L’objectif est de proposer une/des formations internationales in si-situ qui prendront la forme d’enseignement interactifs, pratique et de terrain, qui seront créées à l’issue des 3 ans du projet: Master international</a:t>
              </a:r>
            </a:p>
          </p:txBody>
        </p:sp>
        <p:sp>
          <p:nvSpPr>
            <p:cNvPr id="8" name="Forme libre 7">
              <a:extLst>
                <a:ext uri="{FF2B5EF4-FFF2-40B4-BE49-F238E27FC236}">
                  <a16:creationId xmlns:a16="http://schemas.microsoft.com/office/drawing/2014/main" id="{8321FA0D-9968-3D66-EBE5-A91B238F1A74}"/>
                </a:ext>
              </a:extLst>
            </p:cNvPr>
            <p:cNvSpPr/>
            <p:nvPr/>
          </p:nvSpPr>
          <p:spPr>
            <a:xfrm>
              <a:off x="8258248" y="1670736"/>
              <a:ext cx="3060204" cy="45675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060201"/>
                <a:gd name="f7" fmla="val 456752"/>
                <a:gd name="f8" fmla="+- 0 0 -90"/>
                <a:gd name="f9" fmla="*/ f3 1 3060201"/>
                <a:gd name="f10" fmla="*/ f4 1 456752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3060201"/>
                <a:gd name="f19" fmla="*/ f15 1 456752"/>
                <a:gd name="f20" fmla="*/ 0 f16 1"/>
                <a:gd name="f21" fmla="*/ 0 f15 1"/>
                <a:gd name="f22" fmla="*/ 3060201 f16 1"/>
                <a:gd name="f23" fmla="*/ 456752 f15 1"/>
                <a:gd name="f24" fmla="+- f17 0 f1"/>
                <a:gd name="f25" fmla="*/ f20 1 3060201"/>
                <a:gd name="f26" fmla="*/ f21 1 456752"/>
                <a:gd name="f27" fmla="*/ f22 1 3060201"/>
                <a:gd name="f28" fmla="*/ f23 1 456752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3060201" h="456752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196B24"/>
            </a:solidFill>
            <a:ln w="19046" cap="flat">
              <a:solidFill>
                <a:srgbClr val="196B24"/>
              </a:solidFill>
              <a:prstDash val="solid"/>
              <a:miter/>
            </a:ln>
          </p:spPr>
          <p:txBody>
            <a:bodyPr vert="horz" wrap="square" lIns="106683" tIns="60963" rIns="106683" bIns="60963" anchor="ctr" anchorCtr="1" compatLnSpc="1">
              <a:noAutofit/>
            </a:bodyPr>
            <a:lstStyle/>
            <a:p>
              <a:pPr marL="0" marR="0" lvl="0" indent="0" algn="ctr" defTabSz="666753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1500" b="1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rPr>
                <a:t>Partenariat euro-méditerranéen</a:t>
              </a:r>
            </a:p>
          </p:txBody>
        </p:sp>
        <p:sp>
          <p:nvSpPr>
            <p:cNvPr id="9" name="Forme libre 8">
              <a:extLst>
                <a:ext uri="{FF2B5EF4-FFF2-40B4-BE49-F238E27FC236}">
                  <a16:creationId xmlns:a16="http://schemas.microsoft.com/office/drawing/2014/main" id="{08634A6F-30B3-C9E1-D5CB-74BAF916B1E1}"/>
                </a:ext>
              </a:extLst>
            </p:cNvPr>
            <p:cNvSpPr/>
            <p:nvPr/>
          </p:nvSpPr>
          <p:spPr>
            <a:xfrm>
              <a:off x="8258248" y="2127488"/>
              <a:ext cx="3060204" cy="411234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060201"/>
                <a:gd name="f7" fmla="val 4112353"/>
                <a:gd name="f8" fmla="+- 0 0 -90"/>
                <a:gd name="f9" fmla="*/ f3 1 3060201"/>
                <a:gd name="f10" fmla="*/ f4 1 4112353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3060201"/>
                <a:gd name="f19" fmla="*/ f15 1 4112353"/>
                <a:gd name="f20" fmla="*/ 0 f16 1"/>
                <a:gd name="f21" fmla="*/ 0 f15 1"/>
                <a:gd name="f22" fmla="*/ 3060201 f16 1"/>
                <a:gd name="f23" fmla="*/ 4112353 f15 1"/>
                <a:gd name="f24" fmla="+- f17 0 f1"/>
                <a:gd name="f25" fmla="*/ f20 1 3060201"/>
                <a:gd name="f26" fmla="*/ f21 1 4112353"/>
                <a:gd name="f27" fmla="*/ f22 1 3060201"/>
                <a:gd name="f28" fmla="*/ f23 1 4112353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3060201" h="4112353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CCD4CC">
                <a:alpha val="90000"/>
              </a:srgbClr>
            </a:solidFill>
            <a:ln w="19046" cap="flat">
              <a:solidFill>
                <a:srgbClr val="CCD4CC">
                  <a:alpha val="90000"/>
                </a:srgbClr>
              </a:solidFill>
              <a:prstDash val="solid"/>
              <a:miter/>
            </a:ln>
          </p:spPr>
          <p:txBody>
            <a:bodyPr vert="horz" wrap="square" lIns="80010" tIns="80010" rIns="106683" bIns="120015" anchor="t" anchorCtr="0" compatLnSpc="1">
              <a:noAutofit/>
            </a:bodyPr>
            <a:lstStyle/>
            <a:p>
              <a:pPr marL="114300" marR="0" lvl="1" indent="-114300" algn="l" defTabSz="666753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Char char="•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1500" b="0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rPr>
                <a:t>Renforcer le partenariat universitaire et scientifique, plus particulièrement avec le Maghreb et la Tunisie </a:t>
              </a:r>
            </a:p>
            <a:p>
              <a:pPr marL="114300" marR="0" lvl="1" indent="-114300" algn="l" defTabSz="666753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Char char="•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1500" b="0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rPr>
                <a:t>Renforcement des liens institutionnels entre le Centre National d’Etudes Spatiales (CNES), la Société Française de Télédétection et Photogrammétrie (SFTP), l’Aix-Marseille Université,  le Centre National de la Recherche Scientifique (CNRS) et les partenaires universitaires tunisiens dont l’Université de Sousse</a:t>
              </a:r>
            </a:p>
          </p:txBody>
        </p:sp>
      </p:grpSp>
      <p:sp>
        <p:nvSpPr>
          <p:cNvPr id="10" name="Espace réservé du numéro de diapositive 6">
            <a:extLst>
              <a:ext uri="{FF2B5EF4-FFF2-40B4-BE49-F238E27FC236}">
                <a16:creationId xmlns:a16="http://schemas.microsoft.com/office/drawing/2014/main" id="{16C0DCD8-75D4-B451-F251-473CDBA6BFD4}"/>
              </a:ext>
            </a:extLst>
          </p:cNvPr>
          <p:cNvSpPr txBox="1"/>
          <p:nvPr/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2B14C11-C6A2-0444-AD88-9D9F9A04E8B5}" type="slidenum">
              <a:rPr lang="fr-FR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rPr>
              <a:t>4</a:t>
            </a:fld>
            <a:endParaRPr lang="fr-FR" sz="1200" b="0" i="0" u="none" strike="noStrike" kern="1200" cap="none" spc="0" baseline="0">
              <a:solidFill>
                <a:srgbClr val="767676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EFAB2D-F4DF-36C8-6058-53DD7B5311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9977" y="56884"/>
            <a:ext cx="10515600" cy="1325559"/>
          </a:xfrm>
        </p:spPr>
        <p:txBody>
          <a:bodyPr/>
          <a:lstStyle/>
          <a:p>
            <a:pPr lvl="0"/>
            <a:r>
              <a:rPr lang="fr-FR" b="1">
                <a:solidFill>
                  <a:srgbClr val="215F9A"/>
                </a:solidFill>
              </a:rPr>
              <a:t>Interdisciplinarité</a:t>
            </a:r>
          </a:p>
        </p:txBody>
      </p:sp>
      <p:grpSp>
        <p:nvGrpSpPr>
          <p:cNvPr id="3" name="Diagramme 4">
            <a:extLst>
              <a:ext uri="{FF2B5EF4-FFF2-40B4-BE49-F238E27FC236}">
                <a16:creationId xmlns:a16="http://schemas.microsoft.com/office/drawing/2014/main" id="{EC888075-94FB-39E4-ED01-89B7A11C5EC3}"/>
              </a:ext>
            </a:extLst>
          </p:cNvPr>
          <p:cNvGrpSpPr/>
          <p:nvPr/>
        </p:nvGrpSpPr>
        <p:grpSpPr>
          <a:xfrm>
            <a:off x="3606384" y="720199"/>
            <a:ext cx="4979227" cy="5417600"/>
            <a:chOff x="3606384" y="720199"/>
            <a:chExt cx="4979227" cy="5417600"/>
          </a:xfrm>
        </p:grpSpPr>
        <p:sp>
          <p:nvSpPr>
            <p:cNvPr id="4" name="Forme libre 3">
              <a:extLst>
                <a:ext uri="{FF2B5EF4-FFF2-40B4-BE49-F238E27FC236}">
                  <a16:creationId xmlns:a16="http://schemas.microsoft.com/office/drawing/2014/main" id="{54AA2AAB-4F8C-F65A-83F7-54B273F6B5D9}"/>
                </a:ext>
              </a:extLst>
            </p:cNvPr>
            <p:cNvSpPr/>
            <p:nvPr/>
          </p:nvSpPr>
          <p:spPr>
            <a:xfrm>
              <a:off x="4636218" y="1926165"/>
              <a:ext cx="3005669" cy="300566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005666"/>
                <a:gd name="f7" fmla="val 1502833"/>
                <a:gd name="f8" fmla="val 672841"/>
                <a:gd name="f9" fmla="val 2332825"/>
                <a:gd name="f10" fmla="+- 0 0 -90"/>
                <a:gd name="f11" fmla="*/ f3 1 3005666"/>
                <a:gd name="f12" fmla="*/ f4 1 3005666"/>
                <a:gd name="f13" fmla="val f5"/>
                <a:gd name="f14" fmla="val f6"/>
                <a:gd name="f15" fmla="*/ f10 f0 1"/>
                <a:gd name="f16" fmla="+- f14 0 f13"/>
                <a:gd name="f17" fmla="*/ f15 1 f2"/>
                <a:gd name="f18" fmla="*/ f16 1 3005666"/>
                <a:gd name="f19" fmla="*/ 0 f16 1"/>
                <a:gd name="f20" fmla="*/ 1502833 f16 1"/>
                <a:gd name="f21" fmla="*/ 3005666 f16 1"/>
                <a:gd name="f22" fmla="+- f17 0 f1"/>
                <a:gd name="f23" fmla="*/ f19 1 3005666"/>
                <a:gd name="f24" fmla="*/ f20 1 3005666"/>
                <a:gd name="f25" fmla="*/ f21 1 3005666"/>
                <a:gd name="f26" fmla="*/ f13 1 f18"/>
                <a:gd name="f27" fmla="*/ f14 1 f18"/>
                <a:gd name="f28" fmla="*/ f23 1 f18"/>
                <a:gd name="f29" fmla="*/ f24 1 f18"/>
                <a:gd name="f30" fmla="*/ f25 1 f18"/>
                <a:gd name="f31" fmla="*/ f26 f11 1"/>
                <a:gd name="f32" fmla="*/ f27 f11 1"/>
                <a:gd name="f33" fmla="*/ f27 f12 1"/>
                <a:gd name="f34" fmla="*/ f26 f12 1"/>
                <a:gd name="f35" fmla="*/ f28 f11 1"/>
                <a:gd name="f36" fmla="*/ f29 f12 1"/>
                <a:gd name="f37" fmla="*/ f29 f11 1"/>
                <a:gd name="f38" fmla="*/ f28 f12 1"/>
                <a:gd name="f39" fmla="*/ f30 f11 1"/>
                <a:gd name="f40" fmla="*/ f30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2">
                  <a:pos x="f35" y="f36"/>
                </a:cxn>
                <a:cxn ang="f22">
                  <a:pos x="f37" y="f38"/>
                </a:cxn>
                <a:cxn ang="f22">
                  <a:pos x="f39" y="f36"/>
                </a:cxn>
                <a:cxn ang="f22">
                  <a:pos x="f37" y="f40"/>
                </a:cxn>
                <a:cxn ang="f22">
                  <a:pos x="f35" y="f36"/>
                </a:cxn>
              </a:cxnLst>
              <a:rect l="f31" t="f34" r="f32" b="f33"/>
              <a:pathLst>
                <a:path w="3005666" h="3005666">
                  <a:moveTo>
                    <a:pt x="f5" y="f7"/>
                  </a:moveTo>
                  <a:cubicBezTo>
                    <a:pt x="f5" y="f8"/>
                    <a:pt x="f8" y="f5"/>
                    <a:pt x="f7" y="f5"/>
                  </a:cubicBezTo>
                  <a:cubicBezTo>
                    <a:pt x="f9" y="f5"/>
                    <a:pt x="f6" y="f8"/>
                    <a:pt x="f6" y="f7"/>
                  </a:cubicBezTo>
                  <a:cubicBezTo>
                    <a:pt x="f6" y="f9"/>
                    <a:pt x="f9" y="f6"/>
                    <a:pt x="f7" y="f6"/>
                  </a:cubicBezTo>
                  <a:cubicBezTo>
                    <a:pt x="f8" y="f6"/>
                    <a:pt x="f5" y="f9"/>
                    <a:pt x="f5" y="f7"/>
                  </a:cubicBezTo>
                  <a:close/>
                </a:path>
              </a:pathLst>
            </a:custGeom>
            <a:solidFill>
              <a:srgbClr val="E97132">
                <a:alpha val="50000"/>
              </a:srgbClr>
            </a:solidFill>
            <a:ln w="19046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501127" tIns="501127" rIns="501127" bIns="501127" anchor="ctr" anchorCtr="1" compatLnSpc="1">
              <a:noAutofit/>
            </a:bodyPr>
            <a:lstStyle/>
            <a:p>
              <a:pPr marL="0" marR="0" lvl="0" indent="0" algn="ctr" defTabSz="2133596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20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4800" b="0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rPr>
                <a:t>SPAT</a:t>
              </a:r>
            </a:p>
          </p:txBody>
        </p:sp>
        <p:sp>
          <p:nvSpPr>
            <p:cNvPr id="5" name="Forme libre 4">
              <a:extLst>
                <a:ext uri="{FF2B5EF4-FFF2-40B4-BE49-F238E27FC236}">
                  <a16:creationId xmlns:a16="http://schemas.microsoft.com/office/drawing/2014/main" id="{029BB9A9-8B83-5810-9E2A-EFBE698FD00A}"/>
                </a:ext>
              </a:extLst>
            </p:cNvPr>
            <p:cNvSpPr/>
            <p:nvPr/>
          </p:nvSpPr>
          <p:spPr>
            <a:xfrm>
              <a:off x="5387635" y="720199"/>
              <a:ext cx="1502834" cy="150283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2833"/>
                <a:gd name="f7" fmla="val 751417"/>
                <a:gd name="f8" fmla="val 336421"/>
                <a:gd name="f9" fmla="val 1166413"/>
                <a:gd name="f10" fmla="val 1502834"/>
                <a:gd name="f11" fmla="+- 0 0 -90"/>
                <a:gd name="f12" fmla="*/ f3 1 1502833"/>
                <a:gd name="f13" fmla="*/ f4 1 1502833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502833"/>
                <a:gd name="f20" fmla="*/ 0 f17 1"/>
                <a:gd name="f21" fmla="*/ 751417 f17 1"/>
                <a:gd name="f22" fmla="*/ 1502834 f17 1"/>
                <a:gd name="f23" fmla="+- f18 0 f1"/>
                <a:gd name="f24" fmla="*/ f20 1 1502833"/>
                <a:gd name="f25" fmla="*/ f21 1 1502833"/>
                <a:gd name="f26" fmla="*/ f22 1 1502833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502833" h="1502833">
                  <a:moveTo>
                    <a:pt x="f5" y="f7"/>
                  </a:moveTo>
                  <a:cubicBezTo>
                    <a:pt x="f5" y="f8"/>
                    <a:pt x="f8" y="f5"/>
                    <a:pt x="f7" y="f5"/>
                  </a:cubicBezTo>
                  <a:cubicBezTo>
                    <a:pt x="f9" y="f5"/>
                    <a:pt x="f10" y="f8"/>
                    <a:pt x="f10" y="f7"/>
                  </a:cubicBezTo>
                  <a:cubicBezTo>
                    <a:pt x="f10" y="f9"/>
                    <a:pt x="f9" y="f10"/>
                    <a:pt x="f7" y="f10"/>
                  </a:cubicBezTo>
                  <a:cubicBezTo>
                    <a:pt x="f8" y="f10"/>
                    <a:pt x="f5" y="f9"/>
                    <a:pt x="f5" y="f7"/>
                  </a:cubicBezTo>
                  <a:close/>
                </a:path>
              </a:pathLst>
            </a:custGeom>
            <a:solidFill>
              <a:srgbClr val="196B24">
                <a:alpha val="50000"/>
              </a:srgbClr>
            </a:solidFill>
            <a:ln w="19046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236591" tIns="236591" rIns="236591" bIns="236591" anchor="ctr" anchorCtr="1" compatLnSpc="1">
              <a:noAutofit/>
            </a:bodyPr>
            <a:lstStyle/>
            <a:p>
              <a:pPr marL="0" marR="0" lvl="0" indent="0" algn="ctr" defTabSz="577845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5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1300" b="1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rPr>
                <a:t>Géométrie</a:t>
              </a:r>
            </a:p>
          </p:txBody>
        </p:sp>
        <p:sp>
          <p:nvSpPr>
            <p:cNvPr id="6" name="Forme libre 5">
              <a:extLst>
                <a:ext uri="{FF2B5EF4-FFF2-40B4-BE49-F238E27FC236}">
                  <a16:creationId xmlns:a16="http://schemas.microsoft.com/office/drawing/2014/main" id="{1ABF6B80-92C5-DD34-EB2D-07ED8C10A979}"/>
                </a:ext>
              </a:extLst>
            </p:cNvPr>
            <p:cNvSpPr/>
            <p:nvPr/>
          </p:nvSpPr>
          <p:spPr>
            <a:xfrm>
              <a:off x="7082777" y="1698891"/>
              <a:ext cx="1502834" cy="150283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2833"/>
                <a:gd name="f7" fmla="val 751417"/>
                <a:gd name="f8" fmla="val 336421"/>
                <a:gd name="f9" fmla="val 1166413"/>
                <a:gd name="f10" fmla="val 1502834"/>
                <a:gd name="f11" fmla="+- 0 0 -90"/>
                <a:gd name="f12" fmla="*/ f3 1 1502833"/>
                <a:gd name="f13" fmla="*/ f4 1 1502833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502833"/>
                <a:gd name="f20" fmla="*/ 0 f17 1"/>
                <a:gd name="f21" fmla="*/ 751417 f17 1"/>
                <a:gd name="f22" fmla="*/ 1502834 f17 1"/>
                <a:gd name="f23" fmla="+- f18 0 f1"/>
                <a:gd name="f24" fmla="*/ f20 1 1502833"/>
                <a:gd name="f25" fmla="*/ f21 1 1502833"/>
                <a:gd name="f26" fmla="*/ f22 1 1502833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502833" h="1502833">
                  <a:moveTo>
                    <a:pt x="f5" y="f7"/>
                  </a:moveTo>
                  <a:cubicBezTo>
                    <a:pt x="f5" y="f8"/>
                    <a:pt x="f8" y="f5"/>
                    <a:pt x="f7" y="f5"/>
                  </a:cubicBezTo>
                  <a:cubicBezTo>
                    <a:pt x="f9" y="f5"/>
                    <a:pt x="f10" y="f8"/>
                    <a:pt x="f10" y="f7"/>
                  </a:cubicBezTo>
                  <a:cubicBezTo>
                    <a:pt x="f10" y="f9"/>
                    <a:pt x="f9" y="f10"/>
                    <a:pt x="f7" y="f10"/>
                  </a:cubicBezTo>
                  <a:cubicBezTo>
                    <a:pt x="f8" y="f10"/>
                    <a:pt x="f5" y="f9"/>
                    <a:pt x="f5" y="f7"/>
                  </a:cubicBezTo>
                  <a:close/>
                </a:path>
              </a:pathLst>
            </a:custGeom>
            <a:solidFill>
              <a:srgbClr val="0F9ED5">
                <a:alpha val="50000"/>
              </a:srgbClr>
            </a:solidFill>
            <a:ln w="19046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236591" tIns="236591" rIns="236591" bIns="236591" anchor="ctr" anchorCtr="1" compatLnSpc="1">
              <a:noAutofit/>
            </a:bodyPr>
            <a:lstStyle/>
            <a:p>
              <a:pPr marL="0" marR="0" lvl="0" indent="0" algn="ctr" defTabSz="577845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5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1300" b="1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rPr>
                <a:t>Archéologie</a:t>
              </a:r>
            </a:p>
          </p:txBody>
        </p:sp>
        <p:sp>
          <p:nvSpPr>
            <p:cNvPr id="7" name="Forme libre 6">
              <a:extLst>
                <a:ext uri="{FF2B5EF4-FFF2-40B4-BE49-F238E27FC236}">
                  <a16:creationId xmlns:a16="http://schemas.microsoft.com/office/drawing/2014/main" id="{C22B1F73-FF8B-4499-240F-4DBE3116D94E}"/>
                </a:ext>
              </a:extLst>
            </p:cNvPr>
            <p:cNvSpPr/>
            <p:nvPr/>
          </p:nvSpPr>
          <p:spPr>
            <a:xfrm>
              <a:off x="7082777" y="3656274"/>
              <a:ext cx="1502834" cy="150283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2833"/>
                <a:gd name="f7" fmla="val 751417"/>
                <a:gd name="f8" fmla="val 336421"/>
                <a:gd name="f9" fmla="val 1166413"/>
                <a:gd name="f10" fmla="val 1502834"/>
                <a:gd name="f11" fmla="+- 0 0 -90"/>
                <a:gd name="f12" fmla="*/ f3 1 1502833"/>
                <a:gd name="f13" fmla="*/ f4 1 1502833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502833"/>
                <a:gd name="f20" fmla="*/ 0 f17 1"/>
                <a:gd name="f21" fmla="*/ 751417 f17 1"/>
                <a:gd name="f22" fmla="*/ 1502834 f17 1"/>
                <a:gd name="f23" fmla="+- f18 0 f1"/>
                <a:gd name="f24" fmla="*/ f20 1 1502833"/>
                <a:gd name="f25" fmla="*/ f21 1 1502833"/>
                <a:gd name="f26" fmla="*/ f22 1 1502833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502833" h="1502833">
                  <a:moveTo>
                    <a:pt x="f5" y="f7"/>
                  </a:moveTo>
                  <a:cubicBezTo>
                    <a:pt x="f5" y="f8"/>
                    <a:pt x="f8" y="f5"/>
                    <a:pt x="f7" y="f5"/>
                  </a:cubicBezTo>
                  <a:cubicBezTo>
                    <a:pt x="f9" y="f5"/>
                    <a:pt x="f10" y="f8"/>
                    <a:pt x="f10" y="f7"/>
                  </a:cubicBezTo>
                  <a:cubicBezTo>
                    <a:pt x="f10" y="f9"/>
                    <a:pt x="f9" y="f10"/>
                    <a:pt x="f7" y="f10"/>
                  </a:cubicBezTo>
                  <a:cubicBezTo>
                    <a:pt x="f8" y="f10"/>
                    <a:pt x="f5" y="f9"/>
                    <a:pt x="f5" y="f7"/>
                  </a:cubicBezTo>
                  <a:close/>
                </a:path>
              </a:pathLst>
            </a:custGeom>
            <a:solidFill>
              <a:srgbClr val="A02B93">
                <a:alpha val="50000"/>
              </a:srgbClr>
            </a:solidFill>
            <a:ln w="19046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236591" tIns="236591" rIns="236591" bIns="236591" anchor="ctr" anchorCtr="1" compatLnSpc="1">
              <a:noAutofit/>
            </a:bodyPr>
            <a:lstStyle/>
            <a:p>
              <a:pPr marL="0" marR="0" lvl="0" indent="0" algn="ctr" defTabSz="577845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5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1300" b="1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rPr>
                <a:t>Histoire</a:t>
              </a:r>
            </a:p>
          </p:txBody>
        </p:sp>
        <p:sp>
          <p:nvSpPr>
            <p:cNvPr id="8" name="Forme libre 7">
              <a:extLst>
                <a:ext uri="{FF2B5EF4-FFF2-40B4-BE49-F238E27FC236}">
                  <a16:creationId xmlns:a16="http://schemas.microsoft.com/office/drawing/2014/main" id="{9B321EE8-CAA6-D719-0D32-1339CC2CEEA2}"/>
                </a:ext>
              </a:extLst>
            </p:cNvPr>
            <p:cNvSpPr/>
            <p:nvPr/>
          </p:nvSpPr>
          <p:spPr>
            <a:xfrm>
              <a:off x="5387635" y="4634965"/>
              <a:ext cx="1502834" cy="150283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2833"/>
                <a:gd name="f7" fmla="val 751417"/>
                <a:gd name="f8" fmla="val 336421"/>
                <a:gd name="f9" fmla="val 1166413"/>
                <a:gd name="f10" fmla="val 1502834"/>
                <a:gd name="f11" fmla="+- 0 0 -90"/>
                <a:gd name="f12" fmla="*/ f3 1 1502833"/>
                <a:gd name="f13" fmla="*/ f4 1 1502833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502833"/>
                <a:gd name="f20" fmla="*/ 0 f17 1"/>
                <a:gd name="f21" fmla="*/ 751417 f17 1"/>
                <a:gd name="f22" fmla="*/ 1502834 f17 1"/>
                <a:gd name="f23" fmla="+- f18 0 f1"/>
                <a:gd name="f24" fmla="*/ f20 1 1502833"/>
                <a:gd name="f25" fmla="*/ f21 1 1502833"/>
                <a:gd name="f26" fmla="*/ f22 1 1502833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502833" h="1502833">
                  <a:moveTo>
                    <a:pt x="f5" y="f7"/>
                  </a:moveTo>
                  <a:cubicBezTo>
                    <a:pt x="f5" y="f8"/>
                    <a:pt x="f8" y="f5"/>
                    <a:pt x="f7" y="f5"/>
                  </a:cubicBezTo>
                  <a:cubicBezTo>
                    <a:pt x="f9" y="f5"/>
                    <a:pt x="f10" y="f8"/>
                    <a:pt x="f10" y="f7"/>
                  </a:cubicBezTo>
                  <a:cubicBezTo>
                    <a:pt x="f10" y="f9"/>
                    <a:pt x="f9" y="f10"/>
                    <a:pt x="f7" y="f10"/>
                  </a:cubicBezTo>
                  <a:cubicBezTo>
                    <a:pt x="f8" y="f10"/>
                    <a:pt x="f5" y="f9"/>
                    <a:pt x="f5" y="f7"/>
                  </a:cubicBezTo>
                  <a:close/>
                </a:path>
              </a:pathLst>
            </a:custGeom>
            <a:solidFill>
              <a:srgbClr val="4EA72E">
                <a:alpha val="50000"/>
              </a:srgbClr>
            </a:solidFill>
            <a:ln w="19046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236591" tIns="236591" rIns="236591" bIns="236591" anchor="ctr" anchorCtr="1" compatLnSpc="1">
              <a:noAutofit/>
            </a:bodyPr>
            <a:lstStyle/>
            <a:p>
              <a:pPr marL="0" marR="0" lvl="0" indent="0" algn="ctr" defTabSz="577845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5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1300" b="1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rPr>
                <a:t>Agronomie</a:t>
              </a:r>
            </a:p>
          </p:txBody>
        </p:sp>
        <p:sp>
          <p:nvSpPr>
            <p:cNvPr id="9" name="Forme libre 8">
              <a:extLst>
                <a:ext uri="{FF2B5EF4-FFF2-40B4-BE49-F238E27FC236}">
                  <a16:creationId xmlns:a16="http://schemas.microsoft.com/office/drawing/2014/main" id="{640AC67F-3359-D274-D56B-7E6D6A1DB1BD}"/>
                </a:ext>
              </a:extLst>
            </p:cNvPr>
            <p:cNvSpPr/>
            <p:nvPr/>
          </p:nvSpPr>
          <p:spPr>
            <a:xfrm>
              <a:off x="3606384" y="3649489"/>
              <a:ext cx="1675061" cy="151640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675058"/>
                <a:gd name="f7" fmla="val 1516404"/>
                <a:gd name="f8" fmla="val 758202"/>
                <a:gd name="f9" fmla="val 339459"/>
                <a:gd name="f10" fmla="val 374975"/>
                <a:gd name="f11" fmla="val 837529"/>
                <a:gd name="f12" fmla="val 1300083"/>
                <a:gd name="f13" fmla="val 1176945"/>
                <a:gd name="f14" fmla="+- 0 0 -90"/>
                <a:gd name="f15" fmla="*/ f3 1 1675058"/>
                <a:gd name="f16" fmla="*/ f4 1 1516404"/>
                <a:gd name="f17" fmla="val f5"/>
                <a:gd name="f18" fmla="val f6"/>
                <a:gd name="f19" fmla="val f7"/>
                <a:gd name="f20" fmla="*/ f14 f0 1"/>
                <a:gd name="f21" fmla="+- f19 0 f17"/>
                <a:gd name="f22" fmla="+- f18 0 f17"/>
                <a:gd name="f23" fmla="*/ f20 1 f2"/>
                <a:gd name="f24" fmla="*/ f22 1 1675058"/>
                <a:gd name="f25" fmla="*/ f21 1 1516404"/>
                <a:gd name="f26" fmla="*/ 0 f22 1"/>
                <a:gd name="f27" fmla="*/ 758202 f21 1"/>
                <a:gd name="f28" fmla="*/ 837529 f22 1"/>
                <a:gd name="f29" fmla="*/ 0 f21 1"/>
                <a:gd name="f30" fmla="*/ 1675058 f22 1"/>
                <a:gd name="f31" fmla="*/ 1516404 f21 1"/>
                <a:gd name="f32" fmla="+- f23 0 f1"/>
                <a:gd name="f33" fmla="*/ f26 1 1675058"/>
                <a:gd name="f34" fmla="*/ f27 1 1516404"/>
                <a:gd name="f35" fmla="*/ f28 1 1675058"/>
                <a:gd name="f36" fmla="*/ f29 1 1516404"/>
                <a:gd name="f37" fmla="*/ f30 1 1675058"/>
                <a:gd name="f38" fmla="*/ f31 1 1516404"/>
                <a:gd name="f39" fmla="*/ f17 1 f24"/>
                <a:gd name="f40" fmla="*/ f18 1 f24"/>
                <a:gd name="f41" fmla="*/ f17 1 f25"/>
                <a:gd name="f42" fmla="*/ f19 1 f25"/>
                <a:gd name="f43" fmla="*/ f33 1 f24"/>
                <a:gd name="f44" fmla="*/ f34 1 f25"/>
                <a:gd name="f45" fmla="*/ f35 1 f24"/>
                <a:gd name="f46" fmla="*/ f36 1 f25"/>
                <a:gd name="f47" fmla="*/ f37 1 f24"/>
                <a:gd name="f48" fmla="*/ f38 1 f25"/>
                <a:gd name="f49" fmla="*/ f39 f15 1"/>
                <a:gd name="f50" fmla="*/ f40 f15 1"/>
                <a:gd name="f51" fmla="*/ f42 f16 1"/>
                <a:gd name="f52" fmla="*/ f41 f16 1"/>
                <a:gd name="f53" fmla="*/ f43 f15 1"/>
                <a:gd name="f54" fmla="*/ f44 f16 1"/>
                <a:gd name="f55" fmla="*/ f45 f15 1"/>
                <a:gd name="f56" fmla="*/ f46 f16 1"/>
                <a:gd name="f57" fmla="*/ f47 f15 1"/>
                <a:gd name="f58" fmla="*/ f48 f1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3" y="f54"/>
                </a:cxn>
                <a:cxn ang="f32">
                  <a:pos x="f55" y="f56"/>
                </a:cxn>
                <a:cxn ang="f32">
                  <a:pos x="f57" y="f54"/>
                </a:cxn>
                <a:cxn ang="f32">
                  <a:pos x="f55" y="f58"/>
                </a:cxn>
                <a:cxn ang="f32">
                  <a:pos x="f53" y="f54"/>
                </a:cxn>
              </a:cxnLst>
              <a:rect l="f49" t="f52" r="f50" b="f51"/>
              <a:pathLst>
                <a:path w="1675058" h="1516404">
                  <a:moveTo>
                    <a:pt x="f5" y="f8"/>
                  </a:moveTo>
                  <a:cubicBezTo>
                    <a:pt x="f5" y="f9"/>
                    <a:pt x="f10" y="f5"/>
                    <a:pt x="f11" y="f5"/>
                  </a:cubicBezTo>
                  <a:cubicBezTo>
                    <a:pt x="f12" y="f5"/>
                    <a:pt x="f6" y="f9"/>
                    <a:pt x="f6" y="f8"/>
                  </a:cubicBezTo>
                  <a:cubicBezTo>
                    <a:pt x="f6" y="f13"/>
                    <a:pt x="f12" y="f7"/>
                    <a:pt x="f11" y="f7"/>
                  </a:cubicBezTo>
                  <a:cubicBezTo>
                    <a:pt x="f10" y="f7"/>
                    <a:pt x="f5" y="f13"/>
                    <a:pt x="f5" y="f8"/>
                  </a:cubicBezTo>
                  <a:close/>
                </a:path>
              </a:pathLst>
            </a:custGeom>
            <a:solidFill>
              <a:srgbClr val="E97132">
                <a:alpha val="50000"/>
              </a:srgbClr>
            </a:solidFill>
            <a:ln w="19046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260549" tIns="237314" rIns="260549" bIns="237314" anchor="ctr" anchorCtr="1" compatLnSpc="1">
              <a:noAutofit/>
            </a:bodyPr>
            <a:lstStyle/>
            <a:p>
              <a:pPr marL="0" marR="0" lvl="0" indent="0" algn="ctr" defTabSz="533396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5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1200" b="1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rPr>
                <a:t>Mathématiques</a:t>
              </a:r>
            </a:p>
          </p:txBody>
        </p:sp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BCF65BE6-55BC-4E38-3D4F-F5FD3AF0C79D}"/>
                </a:ext>
              </a:extLst>
            </p:cNvPr>
            <p:cNvSpPr/>
            <p:nvPr/>
          </p:nvSpPr>
          <p:spPr>
            <a:xfrm>
              <a:off x="3692493" y="1698891"/>
              <a:ext cx="1502834" cy="150283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2833"/>
                <a:gd name="f7" fmla="val 751417"/>
                <a:gd name="f8" fmla="val 336421"/>
                <a:gd name="f9" fmla="val 1166413"/>
                <a:gd name="f10" fmla="val 1502834"/>
                <a:gd name="f11" fmla="+- 0 0 -90"/>
                <a:gd name="f12" fmla="*/ f3 1 1502833"/>
                <a:gd name="f13" fmla="*/ f4 1 1502833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502833"/>
                <a:gd name="f20" fmla="*/ 0 f17 1"/>
                <a:gd name="f21" fmla="*/ 751417 f17 1"/>
                <a:gd name="f22" fmla="*/ 1502834 f17 1"/>
                <a:gd name="f23" fmla="+- f18 0 f1"/>
                <a:gd name="f24" fmla="*/ f20 1 1502833"/>
                <a:gd name="f25" fmla="*/ f21 1 1502833"/>
                <a:gd name="f26" fmla="*/ f22 1 1502833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502833" h="1502833">
                  <a:moveTo>
                    <a:pt x="f5" y="f7"/>
                  </a:moveTo>
                  <a:cubicBezTo>
                    <a:pt x="f5" y="f8"/>
                    <a:pt x="f8" y="f5"/>
                    <a:pt x="f7" y="f5"/>
                  </a:cubicBezTo>
                  <a:cubicBezTo>
                    <a:pt x="f9" y="f5"/>
                    <a:pt x="f10" y="f8"/>
                    <a:pt x="f10" y="f7"/>
                  </a:cubicBezTo>
                  <a:cubicBezTo>
                    <a:pt x="f10" y="f9"/>
                    <a:pt x="f9" y="f10"/>
                    <a:pt x="f7" y="f10"/>
                  </a:cubicBezTo>
                  <a:cubicBezTo>
                    <a:pt x="f8" y="f10"/>
                    <a:pt x="f5" y="f9"/>
                    <a:pt x="f5" y="f7"/>
                  </a:cubicBezTo>
                  <a:close/>
                </a:path>
              </a:pathLst>
            </a:custGeom>
            <a:solidFill>
              <a:srgbClr val="196B24">
                <a:alpha val="50000"/>
              </a:srgbClr>
            </a:solidFill>
            <a:ln w="19046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236591" tIns="236591" rIns="236591" bIns="236591" anchor="ctr" anchorCtr="1" compatLnSpc="1">
              <a:noAutofit/>
            </a:bodyPr>
            <a:lstStyle/>
            <a:p>
              <a:pPr marL="0" marR="0" lvl="0" indent="0" algn="ctr" defTabSz="577845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5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1300" b="1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rPr>
                <a:t>Informatique</a:t>
              </a:r>
            </a:p>
          </p:txBody>
        </p:sp>
      </p:grpSp>
      <p:sp>
        <p:nvSpPr>
          <p:cNvPr id="11" name="Accolade ouvrante 5">
            <a:extLst>
              <a:ext uri="{FF2B5EF4-FFF2-40B4-BE49-F238E27FC236}">
                <a16:creationId xmlns:a16="http://schemas.microsoft.com/office/drawing/2014/main" id="{21DAE92E-78D4-CFAC-BCC1-EBBA9986107F}"/>
              </a:ext>
            </a:extLst>
          </p:cNvPr>
          <p:cNvSpPr/>
          <p:nvPr/>
        </p:nvSpPr>
        <p:spPr>
          <a:xfrm>
            <a:off x="2312590" y="1917423"/>
            <a:ext cx="1014993" cy="3065187"/>
          </a:xfrm>
          <a:custGeom>
            <a:avLst>
              <a:gd name="f11" fmla="val 8333"/>
              <a:gd name="f12" fmla="val 500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ss"/>
              <a:gd name="f8" fmla="val 0"/>
              <a:gd name="f9" fmla="*/ 5419351 1 1725033"/>
              <a:gd name="f10" fmla="+- 0 0 5400000"/>
              <a:gd name="f11" fmla="val 8333"/>
              <a:gd name="f12" fmla="val 50000"/>
              <a:gd name="f13" fmla="+- 0 0 -180"/>
              <a:gd name="f14" fmla="+- 0 0 -270"/>
              <a:gd name="f15" fmla="+- 0 0 -360"/>
              <a:gd name="f16" fmla="abs f5"/>
              <a:gd name="f17" fmla="abs f6"/>
              <a:gd name="f18" fmla="abs f7"/>
              <a:gd name="f19" fmla="val f8"/>
              <a:gd name="f20" fmla="val f12"/>
              <a:gd name="f21" fmla="val f11"/>
              <a:gd name="f22" fmla="+- 2700000 f3 0"/>
              <a:gd name="f23" fmla="*/ f13 f2 1"/>
              <a:gd name="f24" fmla="*/ f14 f2 1"/>
              <a:gd name="f25" fmla="*/ f15 f2 1"/>
              <a:gd name="f26" fmla="?: f16 f5 1"/>
              <a:gd name="f27" fmla="?: f17 f6 1"/>
              <a:gd name="f28" fmla="?: f18 f7 1"/>
              <a:gd name="f29" fmla="*/ f22 f9 1"/>
              <a:gd name="f30" fmla="*/ f23 1 f4"/>
              <a:gd name="f31" fmla="*/ f24 1 f4"/>
              <a:gd name="f32" fmla="*/ f25 1 f4"/>
              <a:gd name="f33" fmla="*/ f26 1 21600"/>
              <a:gd name="f34" fmla="*/ f27 1 21600"/>
              <a:gd name="f35" fmla="*/ 21600 f26 1"/>
              <a:gd name="f36" fmla="*/ 21600 f27 1"/>
              <a:gd name="f37" fmla="*/ f29 1 f2"/>
              <a:gd name="f38" fmla="+- f30 0 f3"/>
              <a:gd name="f39" fmla="+- f31 0 f3"/>
              <a:gd name="f40" fmla="+- f32 0 f3"/>
              <a:gd name="f41" fmla="min f34 f33"/>
              <a:gd name="f42" fmla="*/ f35 1 f28"/>
              <a:gd name="f43" fmla="*/ f36 1 f28"/>
              <a:gd name="f44" fmla="+- 0 0 f37"/>
              <a:gd name="f45" fmla="val f42"/>
              <a:gd name="f46" fmla="val f43"/>
              <a:gd name="f47" fmla="+- 0 0 f44"/>
              <a:gd name="f48" fmla="*/ f19 f41 1"/>
              <a:gd name="f49" fmla="+- f46 0 f19"/>
              <a:gd name="f50" fmla="+- f45 0 f19"/>
              <a:gd name="f51" fmla="*/ f47 f2 1"/>
              <a:gd name="f52" fmla="*/ f45 f41 1"/>
              <a:gd name="f53" fmla="*/ f46 f41 1"/>
              <a:gd name="f54" fmla="*/ f50 1 2"/>
              <a:gd name="f55" fmla="min f50 f49"/>
              <a:gd name="f56" fmla="*/ f49 f20 1"/>
              <a:gd name="f57" fmla="*/ f51 1 f9"/>
              <a:gd name="f58" fmla="+- f19 f54 0"/>
              <a:gd name="f59" fmla="*/ f55 f21 1"/>
              <a:gd name="f60" fmla="*/ f56 1 100000"/>
              <a:gd name="f61" fmla="+- f57 0 f3"/>
              <a:gd name="f62" fmla="*/ f54 f41 1"/>
              <a:gd name="f63" fmla="*/ f59 1 100000"/>
              <a:gd name="f64" fmla="cos 1 f61"/>
              <a:gd name="f65" fmla="sin 1 f61"/>
              <a:gd name="f66" fmla="*/ f58 f41 1"/>
              <a:gd name="f67" fmla="*/ f60 f41 1"/>
              <a:gd name="f68" fmla="+- f60 f63 0"/>
              <a:gd name="f69" fmla="+- 0 0 f64"/>
              <a:gd name="f70" fmla="+- 0 0 f65"/>
              <a:gd name="f71" fmla="*/ f63 f41 1"/>
              <a:gd name="f72" fmla="+- 0 0 f69"/>
              <a:gd name="f73" fmla="+- 0 0 f70"/>
              <a:gd name="f74" fmla="*/ f68 f41 1"/>
              <a:gd name="f75" fmla="*/ f72 f54 1"/>
              <a:gd name="f76" fmla="*/ f73 f63 1"/>
              <a:gd name="f77" fmla="+- f45 0 f75"/>
              <a:gd name="f78" fmla="+- f63 0 f76"/>
              <a:gd name="f79" fmla="+- f46 f76 0"/>
              <a:gd name="f80" fmla="+- f79 0 f63"/>
              <a:gd name="f81" fmla="*/ f77 f41 1"/>
              <a:gd name="f82" fmla="*/ f78 f41 1"/>
              <a:gd name="f83" fmla="*/ f80 f4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8">
                <a:pos x="f52" y="f48"/>
              </a:cxn>
              <a:cxn ang="f39">
                <a:pos x="f48" y="f67"/>
              </a:cxn>
              <a:cxn ang="f40">
                <a:pos x="f52" y="f53"/>
              </a:cxn>
            </a:cxnLst>
            <a:rect l="f81" t="f82" r="f52" b="f83"/>
            <a:pathLst>
              <a:path stroke="0">
                <a:moveTo>
                  <a:pt x="f52" y="f53"/>
                </a:moveTo>
                <a:arcTo wR="f62" hR="f71" stAng="f3" swAng="f3"/>
                <a:lnTo>
                  <a:pt x="f66" y="f74"/>
                </a:lnTo>
                <a:arcTo wR="f62" hR="f71" stAng="f8" swAng="f10"/>
                <a:arcTo wR="f62" hR="f71" stAng="f3" swAng="f10"/>
                <a:lnTo>
                  <a:pt x="f66" y="f71"/>
                </a:lnTo>
                <a:arcTo wR="f62" hR="f71" stAng="f2" swAng="f3"/>
                <a:close/>
              </a:path>
              <a:path fill="none">
                <a:moveTo>
                  <a:pt x="f52" y="f53"/>
                </a:moveTo>
                <a:arcTo wR="f62" hR="f71" stAng="f3" swAng="f3"/>
                <a:lnTo>
                  <a:pt x="f66" y="f74"/>
                </a:lnTo>
                <a:arcTo wR="f62" hR="f71" stAng="f8" swAng="f10"/>
                <a:arcTo wR="f62" hR="f71" stAng="f3" swAng="f10"/>
                <a:lnTo>
                  <a:pt x="f66" y="f71"/>
                </a:lnTo>
                <a:arcTo wR="f62" hR="f71" stAng="f2" swAng="f3"/>
              </a:path>
            </a:pathLst>
          </a:custGeom>
          <a:noFill/>
          <a:ln w="19046" cap="flat">
            <a:solidFill>
              <a:srgbClr val="156082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2" name="ZoneTexte 6">
            <a:extLst>
              <a:ext uri="{FF2B5EF4-FFF2-40B4-BE49-F238E27FC236}">
                <a16:creationId xmlns:a16="http://schemas.microsoft.com/office/drawing/2014/main" id="{33D7E865-2B96-EB15-ECB4-F23E16F72768}"/>
              </a:ext>
            </a:extLst>
          </p:cNvPr>
          <p:cNvSpPr txBox="1"/>
          <p:nvPr/>
        </p:nvSpPr>
        <p:spPr>
          <a:xfrm>
            <a:off x="223973" y="2891177"/>
            <a:ext cx="2255276" cy="1477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>
                <a:solidFill>
                  <a:srgbClr val="0070C0"/>
                </a:solidFill>
                <a:uFillTx/>
                <a:latin typeface="Aptos"/>
              </a:rPr>
              <a:t>Traitement des données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>
                <a:solidFill>
                  <a:srgbClr val="0070C0"/>
                </a:solidFill>
                <a:uFillTx/>
                <a:latin typeface="Aptos"/>
              </a:rPr>
              <a:t>Simulation par méthodes mathématiques</a:t>
            </a:r>
          </a:p>
        </p:txBody>
      </p:sp>
      <p:sp>
        <p:nvSpPr>
          <p:cNvPr id="13" name="Croix 7">
            <a:extLst>
              <a:ext uri="{FF2B5EF4-FFF2-40B4-BE49-F238E27FC236}">
                <a16:creationId xmlns:a16="http://schemas.microsoft.com/office/drawing/2014/main" id="{8841A14B-8C38-A849-E846-6C41764770BC}"/>
              </a:ext>
            </a:extLst>
          </p:cNvPr>
          <p:cNvSpPr/>
          <p:nvPr/>
        </p:nvSpPr>
        <p:spPr>
          <a:xfrm>
            <a:off x="9238265" y="3264033"/>
            <a:ext cx="329933" cy="329933"/>
          </a:xfrm>
          <a:custGeom>
            <a:avLst>
              <a:gd name="f5" fmla="val 36429"/>
            </a:avLst>
            <a:gdLst>
              <a:gd name="f1" fmla="val w"/>
              <a:gd name="f2" fmla="val h"/>
              <a:gd name="f3" fmla="val ss"/>
              <a:gd name="f4" fmla="val 0"/>
              <a:gd name="f5" fmla="val 36429"/>
              <a:gd name="f6" fmla="abs f1"/>
              <a:gd name="f7" fmla="abs f2"/>
              <a:gd name="f8" fmla="abs f3"/>
              <a:gd name="f9" fmla="val f4"/>
              <a:gd name="f10" fmla="val f5"/>
              <a:gd name="f11" fmla="?: f6 f1 1"/>
              <a:gd name="f12" fmla="?: f7 f2 1"/>
              <a:gd name="f13" fmla="?: f8 f3 1"/>
              <a:gd name="f14" fmla="*/ f11 1 21600"/>
              <a:gd name="f15" fmla="*/ f12 1 21600"/>
              <a:gd name="f16" fmla="*/ 21600 f11 1"/>
              <a:gd name="f17" fmla="*/ 21600 f12 1"/>
              <a:gd name="f18" fmla="min f15 f14"/>
              <a:gd name="f19" fmla="*/ f16 1 f13"/>
              <a:gd name="f20" fmla="*/ f17 1 f13"/>
              <a:gd name="f21" fmla="val f19"/>
              <a:gd name="f22" fmla="val f20"/>
              <a:gd name="f23" fmla="*/ f9 f18 1"/>
              <a:gd name="f24" fmla="+- f22 0 f9"/>
              <a:gd name="f25" fmla="+- f21 0 f9"/>
              <a:gd name="f26" fmla="*/ f21 f18 1"/>
              <a:gd name="f27" fmla="*/ f22 f18 1"/>
              <a:gd name="f28" fmla="min f25 f24"/>
              <a:gd name="f29" fmla="+- f25 0 f24"/>
              <a:gd name="f30" fmla="*/ f28 f10 1"/>
              <a:gd name="f31" fmla="*/ f30 1 100000"/>
              <a:gd name="f32" fmla="+- f21 0 f31"/>
              <a:gd name="f33" fmla="+- f22 0 f31"/>
              <a:gd name="f34" fmla="?: f29 f9 f31"/>
              <a:gd name="f35" fmla="?: f29 f31 f9"/>
              <a:gd name="f36" fmla="*/ f31 f18 1"/>
              <a:gd name="f37" fmla="?: f29 f21 f32"/>
              <a:gd name="f38" fmla="?: f29 f33 f22"/>
              <a:gd name="f39" fmla="*/ f34 f18 1"/>
              <a:gd name="f40" fmla="*/ f35 f18 1"/>
              <a:gd name="f41" fmla="*/ f32 f18 1"/>
              <a:gd name="f42" fmla="*/ f33 f18 1"/>
              <a:gd name="f43" fmla="*/ f37 f18 1"/>
              <a:gd name="f44" fmla="*/ f38 f1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9" t="f40" r="f43" b="f44"/>
            <a:pathLst>
              <a:path>
                <a:moveTo>
                  <a:pt x="f23" y="f36"/>
                </a:moveTo>
                <a:lnTo>
                  <a:pt x="f36" y="f36"/>
                </a:lnTo>
                <a:lnTo>
                  <a:pt x="f36" y="f23"/>
                </a:lnTo>
                <a:lnTo>
                  <a:pt x="f41" y="f23"/>
                </a:lnTo>
                <a:lnTo>
                  <a:pt x="f41" y="f36"/>
                </a:lnTo>
                <a:lnTo>
                  <a:pt x="f26" y="f36"/>
                </a:lnTo>
                <a:lnTo>
                  <a:pt x="f26" y="f42"/>
                </a:lnTo>
                <a:lnTo>
                  <a:pt x="f41" y="f42"/>
                </a:lnTo>
                <a:lnTo>
                  <a:pt x="f41" y="f27"/>
                </a:lnTo>
                <a:lnTo>
                  <a:pt x="f36" y="f27"/>
                </a:lnTo>
                <a:lnTo>
                  <a:pt x="f36" y="f42"/>
                </a:lnTo>
                <a:lnTo>
                  <a:pt x="f23" y="f42"/>
                </a:lnTo>
                <a:close/>
              </a:path>
            </a:pathLst>
          </a:custGeom>
          <a:solidFill>
            <a:srgbClr val="C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C00000"/>
              </a:solidFill>
              <a:uFillTx/>
              <a:latin typeface="Aptos"/>
            </a:endParaRPr>
          </a:p>
        </p:txBody>
      </p:sp>
      <p:sp>
        <p:nvSpPr>
          <p:cNvPr id="14" name="ZoneTexte 8">
            <a:extLst>
              <a:ext uri="{FF2B5EF4-FFF2-40B4-BE49-F238E27FC236}">
                <a16:creationId xmlns:a16="http://schemas.microsoft.com/office/drawing/2014/main" id="{2D1E92CE-6B86-3B8E-4B39-7A2EBE9CC9CE}"/>
              </a:ext>
            </a:extLst>
          </p:cNvPr>
          <p:cNvSpPr txBox="1"/>
          <p:nvPr/>
        </p:nvSpPr>
        <p:spPr>
          <a:xfrm>
            <a:off x="9568208" y="3101416"/>
            <a:ext cx="1866509" cy="70788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20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Partenaires industriels</a:t>
            </a:r>
          </a:p>
        </p:txBody>
      </p:sp>
      <p:sp>
        <p:nvSpPr>
          <p:cNvPr id="15" name="Espace réservé du numéro de diapositive 9">
            <a:extLst>
              <a:ext uri="{FF2B5EF4-FFF2-40B4-BE49-F238E27FC236}">
                <a16:creationId xmlns:a16="http://schemas.microsoft.com/office/drawing/2014/main" id="{ABC923FC-022A-1DCD-C5DE-405B84D14578}"/>
              </a:ext>
            </a:extLst>
          </p:cNvPr>
          <p:cNvSpPr txBox="1"/>
          <p:nvPr/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1AFEB5A-AE32-1F48-A336-57AF401A09BE}" type="slidenum">
              <a:rPr lang="fr-FR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rPr>
              <a:t>5</a:t>
            </a:fld>
            <a:endParaRPr lang="fr-FR" sz="1200" b="0" i="0" u="none" strike="noStrike" kern="1200" cap="none" spc="0" baseline="0">
              <a:solidFill>
                <a:srgbClr val="767676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E8967C-59F9-2F9D-2B0C-9FD0256F3A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4500" y="176588"/>
            <a:ext cx="10515600" cy="1325559"/>
          </a:xfrm>
        </p:spPr>
        <p:txBody>
          <a:bodyPr/>
          <a:lstStyle/>
          <a:p>
            <a:pPr lvl="0"/>
            <a:r>
              <a:rPr lang="fr-FR" b="1">
                <a:solidFill>
                  <a:srgbClr val="FF0000"/>
                </a:solidFill>
              </a:rPr>
              <a:t>Enjeux en mathématique et informatique?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0C3297D-F725-2D89-1001-0AC2D2B279C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142049" y="2521055"/>
            <a:ext cx="9595082" cy="1815879"/>
          </a:xfrm>
        </p:spPr>
        <p:txBody>
          <a:bodyPr anchor="ctr">
            <a:spAutoFit/>
          </a:bodyPr>
          <a:lstStyle/>
          <a:p>
            <a:pPr lvl="0" algn="just" hangingPunct="0">
              <a:lnSpc>
                <a:spcPct val="100000"/>
              </a:lnSpc>
              <a:spcBef>
                <a:spcPts val="0"/>
              </a:spcBef>
            </a:pPr>
            <a:r>
              <a:rPr lang="fr-FR" sz="1600"/>
              <a:t>Modélisation/ simulation par des méthodes mathématiques</a:t>
            </a:r>
          </a:p>
          <a:p>
            <a:pPr lvl="0" algn="just" hangingPunct="0">
              <a:lnSpc>
                <a:spcPct val="100000"/>
              </a:lnSpc>
              <a:spcBef>
                <a:spcPts val="0"/>
              </a:spcBef>
            </a:pPr>
            <a:r>
              <a:rPr lang="fr-FR" sz="1600"/>
              <a:t>Analyse de l’image</a:t>
            </a:r>
          </a:p>
          <a:p>
            <a:pPr lvl="0" algn="just" hangingPunct="0">
              <a:lnSpc>
                <a:spcPct val="100000"/>
              </a:lnSpc>
              <a:spcBef>
                <a:spcPts val="0"/>
              </a:spcBef>
            </a:pPr>
            <a:r>
              <a:rPr lang="fr-FR" sz="1600"/>
              <a:t>Traitement massif des données</a:t>
            </a:r>
          </a:p>
          <a:p>
            <a:pPr lvl="0" algn="just" hangingPunct="0">
              <a:lnSpc>
                <a:spcPct val="100000"/>
              </a:lnSpc>
              <a:spcBef>
                <a:spcPts val="0"/>
              </a:spcBef>
            </a:pPr>
            <a:r>
              <a:rPr lang="fr-FR" sz="1600"/>
              <a:t>Formulation mathématique </a:t>
            </a:r>
          </a:p>
          <a:p>
            <a:pPr lvl="0" algn="just" hangingPunct="0">
              <a:lnSpc>
                <a:spcPct val="100000"/>
              </a:lnSpc>
              <a:spcBef>
                <a:spcPts val="0"/>
              </a:spcBef>
            </a:pPr>
            <a:r>
              <a:rPr lang="fr-FR" sz="1600"/>
              <a:t>Permanence de l’évolution </a:t>
            </a:r>
          </a:p>
          <a:p>
            <a:pPr lvl="0" algn="just" hangingPunct="0">
              <a:lnSpc>
                <a:spcPct val="100000"/>
              </a:lnSpc>
              <a:spcBef>
                <a:spcPts val="0"/>
              </a:spcBef>
            </a:pPr>
            <a:r>
              <a:rPr lang="fr-FR" sz="1600"/>
              <a:t>Création des modèles mathématique qui servent à rendre compte des Ruptures</a:t>
            </a:r>
          </a:p>
          <a:p>
            <a:pPr lvl="0" algn="just" hangingPunct="0">
              <a:lnSpc>
                <a:spcPct val="100000"/>
              </a:lnSpc>
              <a:spcBef>
                <a:spcPts val="0"/>
              </a:spcBef>
            </a:pPr>
            <a:endParaRPr lang="fr-FR" sz="1600"/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0AFF479F-B44B-2AFE-713A-8EEBF6090FA9}"/>
              </a:ext>
            </a:extLst>
          </p:cNvPr>
          <p:cNvSpPr txBox="1"/>
          <p:nvPr/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252AE71-0189-B043-8D17-67C1EBD12C6E}" type="slidenum">
              <a:rPr lang="fr-FR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rPr>
              <a:t>6</a:t>
            </a:fld>
            <a:endParaRPr lang="fr-FR" sz="1200" b="0" i="0" u="none" strike="noStrike" kern="1200" cap="none" spc="0" baseline="0">
              <a:solidFill>
                <a:srgbClr val="767676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144E25-8A34-557B-9B27-DC56E253982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fr-FR" b="1">
                <a:solidFill>
                  <a:srgbClr val="C00000"/>
                </a:solidFill>
              </a:rPr>
              <a:t>Partenaires</a:t>
            </a:r>
          </a:p>
        </p:txBody>
      </p:sp>
      <p:pic>
        <p:nvPicPr>
          <p:cNvPr id="3" name="Image 3">
            <a:extLst>
              <a:ext uri="{FF2B5EF4-FFF2-40B4-BE49-F238E27FC236}">
                <a16:creationId xmlns:a16="http://schemas.microsoft.com/office/drawing/2014/main" id="{15FDA5C1-6A95-779A-2135-18582F6AC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326" y="3499216"/>
            <a:ext cx="1737369" cy="97293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Image 4">
            <a:extLst>
              <a:ext uri="{FF2B5EF4-FFF2-40B4-BE49-F238E27FC236}">
                <a16:creationId xmlns:a16="http://schemas.microsoft.com/office/drawing/2014/main" id="{2CA4018D-0F34-ABC2-CE37-89796E6094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0755"/>
          <a:stretch>
            <a:fillRect/>
          </a:stretch>
        </p:blipFill>
        <p:spPr>
          <a:xfrm>
            <a:off x="4042882" y="5037649"/>
            <a:ext cx="2384901" cy="1324929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Image 5">
            <a:extLst>
              <a:ext uri="{FF2B5EF4-FFF2-40B4-BE49-F238E27FC236}">
                <a16:creationId xmlns:a16="http://schemas.microsoft.com/office/drawing/2014/main" id="{46AC1F37-3842-4B70-19E9-D02DDBAD56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0503" y="1756224"/>
            <a:ext cx="2552319" cy="870709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Image 6">
            <a:extLst>
              <a:ext uri="{FF2B5EF4-FFF2-40B4-BE49-F238E27FC236}">
                <a16:creationId xmlns:a16="http://schemas.microsoft.com/office/drawing/2014/main" id="{AD56B603-29E5-3CEF-88D5-BE321DA1AB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6663" y="5147468"/>
            <a:ext cx="1194791" cy="119479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Image 7" descr="Une image contenant texte, Police, capture d’écran, Graphique&#10;&#10;Description générée automatiquement">
            <a:extLst>
              <a:ext uri="{FF2B5EF4-FFF2-40B4-BE49-F238E27FC236}">
                <a16:creationId xmlns:a16="http://schemas.microsoft.com/office/drawing/2014/main" id="{E58573BA-2358-EB99-D272-D43D5797D7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3880" y="1645965"/>
            <a:ext cx="1547612" cy="101247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Image 8">
            <a:extLst>
              <a:ext uri="{FF2B5EF4-FFF2-40B4-BE49-F238E27FC236}">
                <a16:creationId xmlns:a16="http://schemas.microsoft.com/office/drawing/2014/main" id="{17999968-DCB3-F9A8-B793-B852A9B8A8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9585" y="3310576"/>
            <a:ext cx="1269342" cy="108911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Image 9">
            <a:extLst>
              <a:ext uri="{FF2B5EF4-FFF2-40B4-BE49-F238E27FC236}">
                <a16:creationId xmlns:a16="http://schemas.microsoft.com/office/drawing/2014/main" id="{40926232-251F-FE07-6448-7D054A7DF88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8284" y="3258372"/>
            <a:ext cx="1415116" cy="1193529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Image 10">
            <a:extLst>
              <a:ext uri="{FF2B5EF4-FFF2-40B4-BE49-F238E27FC236}">
                <a16:creationId xmlns:a16="http://schemas.microsoft.com/office/drawing/2014/main" id="{0F9D9680-9CE4-A946-2D13-610C4459598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55970" y="3584521"/>
            <a:ext cx="2273838" cy="73544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Image 11">
            <a:extLst>
              <a:ext uri="{FF2B5EF4-FFF2-40B4-BE49-F238E27FC236}">
                <a16:creationId xmlns:a16="http://schemas.microsoft.com/office/drawing/2014/main" id="{626EFBC6-44EE-8BC0-987E-FEA4E47CAE7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24026" y="1617454"/>
            <a:ext cx="1800700" cy="112519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ZoneTexte 12">
            <a:extLst>
              <a:ext uri="{FF2B5EF4-FFF2-40B4-BE49-F238E27FC236}">
                <a16:creationId xmlns:a16="http://schemas.microsoft.com/office/drawing/2014/main" id="{3F902D32-F1A2-FCBB-C8BE-8E2E8C622AE4}"/>
              </a:ext>
            </a:extLst>
          </p:cNvPr>
          <p:cNvSpPr txBox="1"/>
          <p:nvPr/>
        </p:nvSpPr>
        <p:spPr>
          <a:xfrm>
            <a:off x="1258735" y="5515441"/>
            <a:ext cx="2255276" cy="52321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28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Financé par: </a:t>
            </a:r>
          </a:p>
        </p:txBody>
      </p:sp>
      <p:sp>
        <p:nvSpPr>
          <p:cNvPr id="13" name="Espace réservé du numéro de diapositive 13">
            <a:extLst>
              <a:ext uri="{FF2B5EF4-FFF2-40B4-BE49-F238E27FC236}">
                <a16:creationId xmlns:a16="http://schemas.microsoft.com/office/drawing/2014/main" id="{8686D21A-5B78-BB0C-3464-5BEAE8C81DDE}"/>
              </a:ext>
            </a:extLst>
          </p:cNvPr>
          <p:cNvSpPr txBox="1"/>
          <p:nvPr/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D9CC19C-2204-8A46-8592-8ACA38322BA3}" type="slidenum">
              <a:rPr lang="fr-FR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rPr>
              <a:t>7</a:t>
            </a:fld>
            <a:endParaRPr lang="fr-FR" sz="1200" b="0" i="0" u="none" strike="noStrike" kern="1200" cap="none" spc="0" baseline="0">
              <a:solidFill>
                <a:srgbClr val="767676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14365</TotalTime>
  <Words>375</Words>
  <Application>Microsoft Macintosh PowerPoint</Application>
  <PresentationFormat>Grand écran</PresentationFormat>
  <Paragraphs>53</Paragraphs>
  <Slides>7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Wingdings</vt:lpstr>
      <vt:lpstr>Thème Office</vt:lpstr>
      <vt:lpstr>SPAT  Spatialisation et PATrimoine au Maghreb</vt:lpstr>
      <vt:lpstr>Objectifs</vt:lpstr>
      <vt:lpstr>Objectifs</vt:lpstr>
      <vt:lpstr>Contexte</vt:lpstr>
      <vt:lpstr>Interdisciplinarité</vt:lpstr>
      <vt:lpstr>Enjeux en mathématique et informatique? </vt:lpstr>
      <vt:lpstr>Partenaires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SPAT  Spatialisation et PATrimoine au Maghreb</dc:title>
  <dc:creator>Rihab.BEN_ALI</dc:creator>
  <cp:lastModifiedBy>HLAOUA lobna</cp:lastModifiedBy>
  <cp:revision>3</cp:revision>
  <dcterms:created xsi:type="dcterms:W3CDTF">2024-04-25T19:11:23Z</dcterms:created>
  <dcterms:modified xsi:type="dcterms:W3CDTF">2024-07-22T11:24:44Z</dcterms:modified>
</cp:coreProperties>
</file>